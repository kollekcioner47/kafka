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3">
  <p:sldMasterIdLst>
    <p:sldMasterId id="2147483651" r:id="rId1"/>
  </p:sldMasterIdLst>
  <p:notesMasterIdLst>
    <p:notesMasterId r:id="rId175"/>
  </p:notesMasterIdLst>
  <p:sldIdLst>
    <p:sldId id="267" r:id="rId2"/>
    <p:sldId id="256" r:id="rId3"/>
    <p:sldId id="268" r:id="rId4"/>
    <p:sldId id="301" r:id="rId5"/>
    <p:sldId id="302" r:id="rId6"/>
    <p:sldId id="432" r:id="rId7"/>
    <p:sldId id="449" r:id="rId8"/>
    <p:sldId id="451" r:id="rId9"/>
    <p:sldId id="307" r:id="rId10"/>
    <p:sldId id="275" r:id="rId11"/>
    <p:sldId id="276" r:id="rId12"/>
    <p:sldId id="314" r:id="rId13"/>
    <p:sldId id="303" r:id="rId14"/>
    <p:sldId id="320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329" r:id="rId24"/>
    <p:sldId id="330" r:id="rId25"/>
    <p:sldId id="331" r:id="rId26"/>
    <p:sldId id="332" r:id="rId27"/>
    <p:sldId id="333" r:id="rId28"/>
    <p:sldId id="334" r:id="rId29"/>
    <p:sldId id="335" r:id="rId30"/>
    <p:sldId id="336" r:id="rId31"/>
    <p:sldId id="337" r:id="rId32"/>
    <p:sldId id="338" r:id="rId33"/>
    <p:sldId id="339" r:id="rId34"/>
    <p:sldId id="340" r:id="rId35"/>
    <p:sldId id="341" r:id="rId36"/>
    <p:sldId id="343" r:id="rId37"/>
    <p:sldId id="344" r:id="rId38"/>
    <p:sldId id="345" r:id="rId39"/>
    <p:sldId id="308" r:id="rId40"/>
    <p:sldId id="309" r:id="rId41"/>
    <p:sldId id="311" r:id="rId42"/>
    <p:sldId id="312" r:id="rId43"/>
    <p:sldId id="313" r:id="rId44"/>
    <p:sldId id="315" r:id="rId45"/>
    <p:sldId id="316" r:id="rId46"/>
    <p:sldId id="317" r:id="rId47"/>
    <p:sldId id="318" r:id="rId48"/>
    <p:sldId id="319" r:id="rId49"/>
    <p:sldId id="346" r:id="rId50"/>
    <p:sldId id="347" r:id="rId51"/>
    <p:sldId id="348" r:id="rId52"/>
    <p:sldId id="349" r:id="rId53"/>
    <p:sldId id="350" r:id="rId54"/>
    <p:sldId id="351" r:id="rId55"/>
    <p:sldId id="352" r:id="rId56"/>
    <p:sldId id="353" r:id="rId57"/>
    <p:sldId id="354" r:id="rId58"/>
    <p:sldId id="367" r:id="rId59"/>
    <p:sldId id="355" r:id="rId60"/>
    <p:sldId id="356" r:id="rId61"/>
    <p:sldId id="357" r:id="rId62"/>
    <p:sldId id="358" r:id="rId63"/>
    <p:sldId id="359" r:id="rId64"/>
    <p:sldId id="360" r:id="rId65"/>
    <p:sldId id="361" r:id="rId66"/>
    <p:sldId id="362" r:id="rId67"/>
    <p:sldId id="363" r:id="rId68"/>
    <p:sldId id="364" r:id="rId69"/>
    <p:sldId id="365" r:id="rId70"/>
    <p:sldId id="366" r:id="rId71"/>
    <p:sldId id="310" r:id="rId72"/>
    <p:sldId id="368" r:id="rId73"/>
    <p:sldId id="369" r:id="rId74"/>
    <p:sldId id="370" r:id="rId75"/>
    <p:sldId id="371" r:id="rId76"/>
    <p:sldId id="372" r:id="rId77"/>
    <p:sldId id="373" r:id="rId78"/>
    <p:sldId id="374" r:id="rId79"/>
    <p:sldId id="375" r:id="rId80"/>
    <p:sldId id="377" r:id="rId81"/>
    <p:sldId id="378" r:id="rId82"/>
    <p:sldId id="379" r:id="rId83"/>
    <p:sldId id="380" r:id="rId84"/>
    <p:sldId id="376" r:id="rId85"/>
    <p:sldId id="381" r:id="rId86"/>
    <p:sldId id="385" r:id="rId87"/>
    <p:sldId id="386" r:id="rId88"/>
    <p:sldId id="387" r:id="rId89"/>
    <p:sldId id="388" r:id="rId90"/>
    <p:sldId id="389" r:id="rId91"/>
    <p:sldId id="390" r:id="rId92"/>
    <p:sldId id="382" r:id="rId93"/>
    <p:sldId id="383" r:id="rId94"/>
    <p:sldId id="391" r:id="rId95"/>
    <p:sldId id="392" r:id="rId96"/>
    <p:sldId id="393" r:id="rId97"/>
    <p:sldId id="394" r:id="rId98"/>
    <p:sldId id="395" r:id="rId99"/>
    <p:sldId id="396" r:id="rId100"/>
    <p:sldId id="397" r:id="rId101"/>
    <p:sldId id="398" r:id="rId102"/>
    <p:sldId id="399" r:id="rId103"/>
    <p:sldId id="400" r:id="rId104"/>
    <p:sldId id="401" r:id="rId105"/>
    <p:sldId id="402" r:id="rId106"/>
    <p:sldId id="403" r:id="rId107"/>
    <p:sldId id="404" r:id="rId108"/>
    <p:sldId id="405" r:id="rId109"/>
    <p:sldId id="406" r:id="rId110"/>
    <p:sldId id="407" r:id="rId111"/>
    <p:sldId id="408" r:id="rId112"/>
    <p:sldId id="409" r:id="rId113"/>
    <p:sldId id="410" r:id="rId114"/>
    <p:sldId id="411" r:id="rId115"/>
    <p:sldId id="414" r:id="rId116"/>
    <p:sldId id="413" r:id="rId117"/>
    <p:sldId id="384" r:id="rId118"/>
    <p:sldId id="415" r:id="rId119"/>
    <p:sldId id="416" r:id="rId120"/>
    <p:sldId id="417" r:id="rId121"/>
    <p:sldId id="418" r:id="rId122"/>
    <p:sldId id="419" r:id="rId123"/>
    <p:sldId id="420" r:id="rId124"/>
    <p:sldId id="421" r:id="rId125"/>
    <p:sldId id="422" r:id="rId126"/>
    <p:sldId id="423" r:id="rId127"/>
    <p:sldId id="424" r:id="rId128"/>
    <p:sldId id="425" r:id="rId129"/>
    <p:sldId id="426" r:id="rId130"/>
    <p:sldId id="427" r:id="rId131"/>
    <p:sldId id="428" r:id="rId132"/>
    <p:sldId id="429" r:id="rId133"/>
    <p:sldId id="430" r:id="rId134"/>
    <p:sldId id="431" r:id="rId135"/>
    <p:sldId id="433" r:id="rId136"/>
    <p:sldId id="434" r:id="rId137"/>
    <p:sldId id="435" r:id="rId138"/>
    <p:sldId id="436" r:id="rId139"/>
    <p:sldId id="437" r:id="rId140"/>
    <p:sldId id="438" r:id="rId141"/>
    <p:sldId id="439" r:id="rId142"/>
    <p:sldId id="440" r:id="rId143"/>
    <p:sldId id="441" r:id="rId144"/>
    <p:sldId id="442" r:id="rId145"/>
    <p:sldId id="443" r:id="rId146"/>
    <p:sldId id="444" r:id="rId147"/>
    <p:sldId id="445" r:id="rId148"/>
    <p:sldId id="446" r:id="rId149"/>
    <p:sldId id="447" r:id="rId150"/>
    <p:sldId id="448" r:id="rId151"/>
    <p:sldId id="450" r:id="rId152"/>
    <p:sldId id="452" r:id="rId153"/>
    <p:sldId id="453" r:id="rId154"/>
    <p:sldId id="454" r:id="rId155"/>
    <p:sldId id="455" r:id="rId156"/>
    <p:sldId id="456" r:id="rId157"/>
    <p:sldId id="457" r:id="rId158"/>
    <p:sldId id="458" r:id="rId159"/>
    <p:sldId id="459" r:id="rId160"/>
    <p:sldId id="460" r:id="rId161"/>
    <p:sldId id="461" r:id="rId162"/>
    <p:sldId id="462" r:id="rId163"/>
    <p:sldId id="463" r:id="rId164"/>
    <p:sldId id="464" r:id="rId165"/>
    <p:sldId id="465" r:id="rId166"/>
    <p:sldId id="466" r:id="rId167"/>
    <p:sldId id="467" r:id="rId168"/>
    <p:sldId id="468" r:id="rId169"/>
    <p:sldId id="469" r:id="rId170"/>
    <p:sldId id="470" r:id="rId171"/>
    <p:sldId id="471" r:id="rId172"/>
    <p:sldId id="472" r:id="rId173"/>
    <p:sldId id="260" r:id="rId174"/>
  </p:sldIdLst>
  <p:sldSz cx="18288000" cy="10287000"/>
  <p:notesSz cx="9753600" cy="13716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35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732" autoAdjust="0"/>
  </p:normalViewPr>
  <p:slideViewPr>
    <p:cSldViewPr snapToGrid="0" snapToObjects="1">
      <p:cViewPr varScale="1">
        <p:scale>
          <a:sx n="59" d="100"/>
          <a:sy n="59" d="100"/>
        </p:scale>
        <p:origin x="13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viewProps" Target="viewProps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microsoft.com/office/2016/11/relationships/changesInfo" Target="changesInfos/changesInfo1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presProps" Target="presProp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ван Климарев" userId="6e07b5d3a3d13876" providerId="LiveId" clId="{D2037083-06E0-4DA8-8BB1-C59CFBEF1645}"/>
    <pc:docChg chg="undo redo custSel addSld delSld modSld sldOrd">
      <pc:chgData name="Иван Климарев" userId="6e07b5d3a3d13876" providerId="LiveId" clId="{D2037083-06E0-4DA8-8BB1-C59CFBEF1645}" dt="2026-04-22T07:09:59.442" v="360" actId="108"/>
      <pc:docMkLst>
        <pc:docMk/>
      </pc:docMkLst>
      <pc:sldChg chg="modSp add mod">
        <pc:chgData name="Иван Климарев" userId="6e07b5d3a3d13876" providerId="LiveId" clId="{D2037083-06E0-4DA8-8BB1-C59CFBEF1645}" dt="2026-04-22T07:09:59.442" v="360" actId="108"/>
        <pc:sldMkLst>
          <pc:docMk/>
          <pc:sldMk cId="895266944" sldId="432"/>
        </pc:sldMkLst>
        <pc:spChg chg="mod">
          <ac:chgData name="Иван Климарев" userId="6e07b5d3a3d13876" providerId="LiveId" clId="{D2037083-06E0-4DA8-8BB1-C59CFBEF1645}" dt="2026-04-22T07:09:59.442" v="360" actId="108"/>
          <ac:spMkLst>
            <pc:docMk/>
            <pc:sldMk cId="895266944" sldId="432"/>
            <ac:spMk id="4" creationId="{24F0517E-D376-44C5-B9BE-9E78A89BBE69}"/>
          </ac:spMkLst>
        </pc:spChg>
      </pc:sldChg>
      <pc:sldChg chg="modSp add mod ord">
        <pc:chgData name="Иван Климарев" userId="6e07b5d3a3d13876" providerId="LiveId" clId="{D2037083-06E0-4DA8-8BB1-C59CFBEF1645}" dt="2026-04-22T04:20:53.954" v="11" actId="20577"/>
        <pc:sldMkLst>
          <pc:docMk/>
          <pc:sldMk cId="636746122" sldId="433"/>
        </pc:sldMkLst>
        <pc:spChg chg="mod">
          <ac:chgData name="Иван Климарев" userId="6e07b5d3a3d13876" providerId="LiveId" clId="{D2037083-06E0-4DA8-8BB1-C59CFBEF1645}" dt="2026-04-22T04:20:53.954" v="11" actId="20577"/>
          <ac:spMkLst>
            <pc:docMk/>
            <pc:sldMk cId="636746122" sldId="433"/>
            <ac:spMk id="17" creationId="{00000000-0000-0000-0000-000000000000}"/>
          </ac:spMkLst>
        </pc:spChg>
      </pc:sldChg>
      <pc:sldChg chg="modSp add mod ord">
        <pc:chgData name="Иван Климарев" userId="6e07b5d3a3d13876" providerId="LiveId" clId="{D2037083-06E0-4DA8-8BB1-C59CFBEF1645}" dt="2026-04-22T04:21:57.671" v="25" actId="20577"/>
        <pc:sldMkLst>
          <pc:docMk/>
          <pc:sldMk cId="764824203" sldId="434"/>
        </pc:sldMkLst>
        <pc:spChg chg="mod">
          <ac:chgData name="Иван Климарев" userId="6e07b5d3a3d13876" providerId="LiveId" clId="{D2037083-06E0-4DA8-8BB1-C59CFBEF1645}" dt="2026-04-22T04:21:57.671" v="25" actId="20577"/>
          <ac:spMkLst>
            <pc:docMk/>
            <pc:sldMk cId="764824203" sldId="434"/>
            <ac:spMk id="4" creationId="{24F0517E-D376-44C5-B9BE-9E78A89BBE69}"/>
          </ac:spMkLst>
        </pc:spChg>
        <pc:spChg chg="mod">
          <ac:chgData name="Иван Климарев" userId="6e07b5d3a3d13876" providerId="LiveId" clId="{D2037083-06E0-4DA8-8BB1-C59CFBEF1645}" dt="2026-04-22T04:21:11.595" v="17"/>
          <ac:spMkLst>
            <pc:docMk/>
            <pc:sldMk cId="764824203" sldId="434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D2037083-06E0-4DA8-8BB1-C59CFBEF1645}" dt="2026-04-22T04:22:22.136" v="32"/>
        <pc:sldMkLst>
          <pc:docMk/>
          <pc:sldMk cId="3788639430" sldId="435"/>
        </pc:sldMkLst>
        <pc:spChg chg="mod">
          <ac:chgData name="Иван Климарев" userId="6e07b5d3a3d13876" providerId="LiveId" clId="{D2037083-06E0-4DA8-8BB1-C59CFBEF1645}" dt="2026-04-22T04:22:22.136" v="32"/>
          <ac:spMkLst>
            <pc:docMk/>
            <pc:sldMk cId="3788639430" sldId="435"/>
            <ac:spMk id="4" creationId="{24F0517E-D376-44C5-B9BE-9E78A89BBE69}"/>
          </ac:spMkLst>
        </pc:spChg>
        <pc:spChg chg="mod">
          <ac:chgData name="Иван Климарев" userId="6e07b5d3a3d13876" providerId="LiveId" clId="{D2037083-06E0-4DA8-8BB1-C59CFBEF1645}" dt="2026-04-22T04:22:15.572" v="29"/>
          <ac:spMkLst>
            <pc:docMk/>
            <pc:sldMk cId="3788639430" sldId="435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D2037083-06E0-4DA8-8BB1-C59CFBEF1645}" dt="2026-04-22T04:22:38.089" v="36"/>
        <pc:sldMkLst>
          <pc:docMk/>
          <pc:sldMk cId="3684424145" sldId="436"/>
        </pc:sldMkLst>
        <pc:spChg chg="mod">
          <ac:chgData name="Иван Климарев" userId="6e07b5d3a3d13876" providerId="LiveId" clId="{D2037083-06E0-4DA8-8BB1-C59CFBEF1645}" dt="2026-04-22T04:22:38.089" v="36"/>
          <ac:spMkLst>
            <pc:docMk/>
            <pc:sldMk cId="3684424145" sldId="436"/>
            <ac:spMk id="4" creationId="{24F0517E-D376-44C5-B9BE-9E78A89BBE69}"/>
          </ac:spMkLst>
        </pc:spChg>
      </pc:sldChg>
      <pc:sldChg chg="addSp delSp modSp add mod">
        <pc:chgData name="Иван Климарев" userId="6e07b5d3a3d13876" providerId="LiveId" clId="{D2037083-06E0-4DA8-8BB1-C59CFBEF1645}" dt="2026-04-22T04:23:00.177" v="44"/>
        <pc:sldMkLst>
          <pc:docMk/>
          <pc:sldMk cId="2741449737" sldId="437"/>
        </pc:sldMkLst>
        <pc:spChg chg="add del">
          <ac:chgData name="Иван Климарев" userId="6e07b5d3a3d13876" providerId="LiveId" clId="{D2037083-06E0-4DA8-8BB1-C59CFBEF1645}" dt="2026-04-22T04:22:58.335" v="42"/>
          <ac:spMkLst>
            <pc:docMk/>
            <pc:sldMk cId="2741449737" sldId="437"/>
            <ac:spMk id="2" creationId="{6DC7C2D8-F20B-4C3B-BF42-079E9C2FE2F1}"/>
          </ac:spMkLst>
        </pc:spChg>
        <pc:spChg chg="mod">
          <ac:chgData name="Иван Климарев" userId="6e07b5d3a3d13876" providerId="LiveId" clId="{D2037083-06E0-4DA8-8BB1-C59CFBEF1645}" dt="2026-04-22T04:23:00.177" v="44"/>
          <ac:spMkLst>
            <pc:docMk/>
            <pc:sldMk cId="2741449737" sldId="437"/>
            <ac:spMk id="4" creationId="{24F0517E-D376-44C5-B9BE-9E78A89BBE69}"/>
          </ac:spMkLst>
        </pc:spChg>
        <pc:spChg chg="mod">
          <ac:chgData name="Иван Климарев" userId="6e07b5d3a3d13876" providerId="LiveId" clId="{D2037083-06E0-4DA8-8BB1-C59CFBEF1645}" dt="2026-04-22T04:22:51.932" v="40"/>
          <ac:spMkLst>
            <pc:docMk/>
            <pc:sldMk cId="2741449737" sldId="437"/>
            <ac:spMk id="17" creationId="{00000000-0000-0000-0000-000000000000}"/>
          </ac:spMkLst>
        </pc:spChg>
      </pc:sldChg>
      <pc:sldChg chg="addSp delSp modSp add mod">
        <pc:chgData name="Иван Климарев" userId="6e07b5d3a3d13876" providerId="LiveId" clId="{D2037083-06E0-4DA8-8BB1-C59CFBEF1645}" dt="2026-04-22T04:23:16.827" v="49"/>
        <pc:sldMkLst>
          <pc:docMk/>
          <pc:sldMk cId="3792497465" sldId="438"/>
        </pc:sldMkLst>
        <pc:spChg chg="add del">
          <ac:chgData name="Иван Климарев" userId="6e07b5d3a3d13876" providerId="LiveId" clId="{D2037083-06E0-4DA8-8BB1-C59CFBEF1645}" dt="2026-04-22T04:23:14.641" v="47"/>
          <ac:spMkLst>
            <pc:docMk/>
            <pc:sldMk cId="3792497465" sldId="438"/>
            <ac:spMk id="2" creationId="{D58ECD02-9EBC-4819-9E5B-A75ACE5E2EAB}"/>
          </ac:spMkLst>
        </pc:spChg>
        <pc:spChg chg="mod">
          <ac:chgData name="Иван Климарев" userId="6e07b5d3a3d13876" providerId="LiveId" clId="{D2037083-06E0-4DA8-8BB1-C59CFBEF1645}" dt="2026-04-22T04:23:16.827" v="49"/>
          <ac:spMkLst>
            <pc:docMk/>
            <pc:sldMk cId="3792497465" sldId="438"/>
            <ac:spMk id="4" creationId="{24F0517E-D376-44C5-B9BE-9E78A89BBE69}"/>
          </ac:spMkLst>
        </pc:spChg>
      </pc:sldChg>
      <pc:sldChg chg="modSp add mod">
        <pc:chgData name="Иван Климарев" userId="6e07b5d3a3d13876" providerId="LiveId" clId="{D2037083-06E0-4DA8-8BB1-C59CFBEF1645}" dt="2026-04-22T04:23:58.022" v="57" actId="21"/>
        <pc:sldMkLst>
          <pc:docMk/>
          <pc:sldMk cId="1818740742" sldId="439"/>
        </pc:sldMkLst>
        <pc:spChg chg="mod">
          <ac:chgData name="Иван Климарев" userId="6e07b5d3a3d13876" providerId="LiveId" clId="{D2037083-06E0-4DA8-8BB1-C59CFBEF1645}" dt="2026-04-22T04:23:58.022" v="57" actId="21"/>
          <ac:spMkLst>
            <pc:docMk/>
            <pc:sldMk cId="1818740742" sldId="439"/>
            <ac:spMk id="4" creationId="{24F0517E-D376-44C5-B9BE-9E78A89BBE69}"/>
          </ac:spMkLst>
        </pc:spChg>
        <pc:spChg chg="mod">
          <ac:chgData name="Иван Климарев" userId="6e07b5d3a3d13876" providerId="LiveId" clId="{D2037083-06E0-4DA8-8BB1-C59CFBEF1645}" dt="2026-04-22T04:23:31.761" v="53"/>
          <ac:spMkLst>
            <pc:docMk/>
            <pc:sldMk cId="1818740742" sldId="439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D2037083-06E0-4DA8-8BB1-C59CFBEF1645}" dt="2026-04-22T04:24:03.211" v="59"/>
        <pc:sldMkLst>
          <pc:docMk/>
          <pc:sldMk cId="1384275878" sldId="440"/>
        </pc:sldMkLst>
        <pc:spChg chg="mod">
          <ac:chgData name="Иван Климарев" userId="6e07b5d3a3d13876" providerId="LiveId" clId="{D2037083-06E0-4DA8-8BB1-C59CFBEF1645}" dt="2026-04-22T04:24:03.211" v="59"/>
          <ac:spMkLst>
            <pc:docMk/>
            <pc:sldMk cId="1384275878" sldId="440"/>
            <ac:spMk id="4" creationId="{24F0517E-D376-44C5-B9BE-9E78A89BBE69}"/>
          </ac:spMkLst>
        </pc:spChg>
      </pc:sldChg>
      <pc:sldChg chg="addSp delSp modSp add mod">
        <pc:chgData name="Иван Климарев" userId="6e07b5d3a3d13876" providerId="LiveId" clId="{D2037083-06E0-4DA8-8BB1-C59CFBEF1645}" dt="2026-04-22T04:24:23.890" v="67"/>
        <pc:sldMkLst>
          <pc:docMk/>
          <pc:sldMk cId="3322962167" sldId="441"/>
        </pc:sldMkLst>
        <pc:spChg chg="add del">
          <ac:chgData name="Иван Климарев" userId="6e07b5d3a3d13876" providerId="LiveId" clId="{D2037083-06E0-4DA8-8BB1-C59CFBEF1645}" dt="2026-04-22T04:24:22.068" v="65"/>
          <ac:spMkLst>
            <pc:docMk/>
            <pc:sldMk cId="3322962167" sldId="441"/>
            <ac:spMk id="2" creationId="{A2B31DB8-B56C-4A71-BA10-2068312ECD9F}"/>
          </ac:spMkLst>
        </pc:spChg>
        <pc:spChg chg="mod">
          <ac:chgData name="Иван Климарев" userId="6e07b5d3a3d13876" providerId="LiveId" clId="{D2037083-06E0-4DA8-8BB1-C59CFBEF1645}" dt="2026-04-22T04:24:23.890" v="67"/>
          <ac:spMkLst>
            <pc:docMk/>
            <pc:sldMk cId="3322962167" sldId="441"/>
            <ac:spMk id="4" creationId="{24F0517E-D376-44C5-B9BE-9E78A89BBE69}"/>
          </ac:spMkLst>
        </pc:spChg>
        <pc:spChg chg="mod">
          <ac:chgData name="Иван Климарев" userId="6e07b5d3a3d13876" providerId="LiveId" clId="{D2037083-06E0-4DA8-8BB1-C59CFBEF1645}" dt="2026-04-22T04:24:16.171" v="63"/>
          <ac:spMkLst>
            <pc:docMk/>
            <pc:sldMk cId="3322962167" sldId="441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D2037083-06E0-4DA8-8BB1-C59CFBEF1645}" dt="2026-04-22T04:24:59.934" v="74" actId="21"/>
        <pc:sldMkLst>
          <pc:docMk/>
          <pc:sldMk cId="12899112" sldId="442"/>
        </pc:sldMkLst>
        <pc:spChg chg="mod">
          <ac:chgData name="Иван Климарев" userId="6e07b5d3a3d13876" providerId="LiveId" clId="{D2037083-06E0-4DA8-8BB1-C59CFBEF1645}" dt="2026-04-22T04:24:59.934" v="74" actId="21"/>
          <ac:spMkLst>
            <pc:docMk/>
            <pc:sldMk cId="12899112" sldId="442"/>
            <ac:spMk id="4" creationId="{24F0517E-D376-44C5-B9BE-9E78A89BBE69}"/>
          </ac:spMkLst>
        </pc:spChg>
        <pc:spChg chg="mod">
          <ac:chgData name="Иван Климарев" userId="6e07b5d3a3d13876" providerId="LiveId" clId="{D2037083-06E0-4DA8-8BB1-C59CFBEF1645}" dt="2026-04-22T04:24:46.891" v="73"/>
          <ac:spMkLst>
            <pc:docMk/>
            <pc:sldMk cId="12899112" sldId="442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D2037083-06E0-4DA8-8BB1-C59CFBEF1645}" dt="2026-04-22T04:25:06.157" v="76"/>
        <pc:sldMkLst>
          <pc:docMk/>
          <pc:sldMk cId="2128500868" sldId="443"/>
        </pc:sldMkLst>
        <pc:spChg chg="mod">
          <ac:chgData name="Иван Климарев" userId="6e07b5d3a3d13876" providerId="LiveId" clId="{D2037083-06E0-4DA8-8BB1-C59CFBEF1645}" dt="2026-04-22T04:25:06.157" v="76"/>
          <ac:spMkLst>
            <pc:docMk/>
            <pc:sldMk cId="2128500868" sldId="443"/>
            <ac:spMk id="4" creationId="{24F0517E-D376-44C5-B9BE-9E78A89BBE69}"/>
          </ac:spMkLst>
        </pc:spChg>
      </pc:sldChg>
      <pc:sldChg chg="modSp add mod">
        <pc:chgData name="Иван Климарев" userId="6e07b5d3a3d13876" providerId="LiveId" clId="{D2037083-06E0-4DA8-8BB1-C59CFBEF1645}" dt="2026-04-22T04:25:52.695" v="88" actId="14100"/>
        <pc:sldMkLst>
          <pc:docMk/>
          <pc:sldMk cId="4081897123" sldId="444"/>
        </pc:sldMkLst>
        <pc:spChg chg="mod">
          <ac:chgData name="Иван Климарев" userId="6e07b5d3a3d13876" providerId="LiveId" clId="{D2037083-06E0-4DA8-8BB1-C59CFBEF1645}" dt="2026-04-22T04:25:52.695" v="88" actId="14100"/>
          <ac:spMkLst>
            <pc:docMk/>
            <pc:sldMk cId="4081897123" sldId="444"/>
            <ac:spMk id="4" creationId="{24F0517E-D376-44C5-B9BE-9E78A89BBE69}"/>
          </ac:spMkLst>
        </pc:spChg>
        <pc:spChg chg="mod">
          <ac:chgData name="Иван Климарев" userId="6e07b5d3a3d13876" providerId="LiveId" clId="{D2037083-06E0-4DA8-8BB1-C59CFBEF1645}" dt="2026-04-22T04:25:18.458" v="82"/>
          <ac:spMkLst>
            <pc:docMk/>
            <pc:sldMk cId="4081897123" sldId="444"/>
            <ac:spMk id="17" creationId="{00000000-0000-0000-0000-000000000000}"/>
          </ac:spMkLst>
        </pc:spChg>
      </pc:sldChg>
      <pc:sldChg chg="addSp delSp modSp add mod">
        <pc:chgData name="Иван Климарев" userId="6e07b5d3a3d13876" providerId="LiveId" clId="{D2037083-06E0-4DA8-8BB1-C59CFBEF1645}" dt="2026-04-22T04:26:11.623" v="98"/>
        <pc:sldMkLst>
          <pc:docMk/>
          <pc:sldMk cId="329788255" sldId="445"/>
        </pc:sldMkLst>
        <pc:spChg chg="add del">
          <ac:chgData name="Иван Климарев" userId="6e07b5d3a3d13876" providerId="LiveId" clId="{D2037083-06E0-4DA8-8BB1-C59CFBEF1645}" dt="2026-04-22T04:26:09.981" v="96"/>
          <ac:spMkLst>
            <pc:docMk/>
            <pc:sldMk cId="329788255" sldId="445"/>
            <ac:spMk id="2" creationId="{E4910EDC-8488-478E-890C-FA7707603E7B}"/>
          </ac:spMkLst>
        </pc:spChg>
        <pc:spChg chg="mod">
          <ac:chgData name="Иван Климарев" userId="6e07b5d3a3d13876" providerId="LiveId" clId="{D2037083-06E0-4DA8-8BB1-C59CFBEF1645}" dt="2026-04-22T04:26:11.623" v="98"/>
          <ac:spMkLst>
            <pc:docMk/>
            <pc:sldMk cId="329788255" sldId="445"/>
            <ac:spMk id="4" creationId="{24F0517E-D376-44C5-B9BE-9E78A89BBE69}"/>
          </ac:spMkLst>
        </pc:spChg>
        <pc:spChg chg="mod">
          <ac:chgData name="Иван Климарев" userId="6e07b5d3a3d13876" providerId="LiveId" clId="{D2037083-06E0-4DA8-8BB1-C59CFBEF1645}" dt="2026-04-22T04:26:02.623" v="94"/>
          <ac:spMkLst>
            <pc:docMk/>
            <pc:sldMk cId="329788255" sldId="445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D2037083-06E0-4DA8-8BB1-C59CFBEF1645}" dt="2026-04-22T04:26:40.182" v="106" actId="12"/>
        <pc:sldMkLst>
          <pc:docMk/>
          <pc:sldMk cId="4030253398" sldId="446"/>
        </pc:sldMkLst>
        <pc:spChg chg="mod">
          <ac:chgData name="Иван Климарев" userId="6e07b5d3a3d13876" providerId="LiveId" clId="{D2037083-06E0-4DA8-8BB1-C59CFBEF1645}" dt="2026-04-22T04:26:40.182" v="106" actId="12"/>
          <ac:spMkLst>
            <pc:docMk/>
            <pc:sldMk cId="4030253398" sldId="446"/>
            <ac:spMk id="4" creationId="{24F0517E-D376-44C5-B9BE-9E78A89BBE69}"/>
          </ac:spMkLst>
        </pc:spChg>
        <pc:spChg chg="mod">
          <ac:chgData name="Иван Климарев" userId="6e07b5d3a3d13876" providerId="LiveId" clId="{D2037083-06E0-4DA8-8BB1-C59CFBEF1645}" dt="2026-04-22T04:26:27.132" v="102"/>
          <ac:spMkLst>
            <pc:docMk/>
            <pc:sldMk cId="4030253398" sldId="446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D2037083-06E0-4DA8-8BB1-C59CFBEF1645}" dt="2026-04-22T04:27:08.169" v="115" actId="12"/>
        <pc:sldMkLst>
          <pc:docMk/>
          <pc:sldMk cId="467360974" sldId="447"/>
        </pc:sldMkLst>
        <pc:spChg chg="mod">
          <ac:chgData name="Иван Климарев" userId="6e07b5d3a3d13876" providerId="LiveId" clId="{D2037083-06E0-4DA8-8BB1-C59CFBEF1645}" dt="2026-04-22T04:27:08.169" v="115" actId="12"/>
          <ac:spMkLst>
            <pc:docMk/>
            <pc:sldMk cId="467360974" sldId="447"/>
            <ac:spMk id="4" creationId="{24F0517E-D376-44C5-B9BE-9E78A89BBE69}"/>
          </ac:spMkLst>
        </pc:spChg>
        <pc:spChg chg="mod">
          <ac:chgData name="Иван Климарев" userId="6e07b5d3a3d13876" providerId="LiveId" clId="{D2037083-06E0-4DA8-8BB1-C59CFBEF1645}" dt="2026-04-22T04:26:51.411" v="110"/>
          <ac:spMkLst>
            <pc:docMk/>
            <pc:sldMk cId="467360974" sldId="447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D2037083-06E0-4DA8-8BB1-C59CFBEF1645}" dt="2026-04-22T04:27:38.159" v="124" actId="12"/>
        <pc:sldMkLst>
          <pc:docMk/>
          <pc:sldMk cId="3161962744" sldId="448"/>
        </pc:sldMkLst>
        <pc:spChg chg="mod">
          <ac:chgData name="Иван Климарев" userId="6e07b5d3a3d13876" providerId="LiveId" clId="{D2037083-06E0-4DA8-8BB1-C59CFBEF1645}" dt="2026-04-22T04:27:38.159" v="124" actId="12"/>
          <ac:spMkLst>
            <pc:docMk/>
            <pc:sldMk cId="3161962744" sldId="448"/>
            <ac:spMk id="4" creationId="{24F0517E-D376-44C5-B9BE-9E78A89BBE69}"/>
          </ac:spMkLst>
        </pc:spChg>
        <pc:spChg chg="mod">
          <ac:chgData name="Иван Климарев" userId="6e07b5d3a3d13876" providerId="LiveId" clId="{D2037083-06E0-4DA8-8BB1-C59CFBEF1645}" dt="2026-04-22T04:27:18.063" v="119"/>
          <ac:spMkLst>
            <pc:docMk/>
            <pc:sldMk cId="3161962744" sldId="448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D2037083-06E0-4DA8-8BB1-C59CFBEF1645}" dt="2026-04-22T04:48:03.985" v="144" actId="108"/>
        <pc:sldMkLst>
          <pc:docMk/>
          <pc:sldMk cId="122643390" sldId="449"/>
        </pc:sldMkLst>
        <pc:spChg chg="mod">
          <ac:chgData name="Иван Климарев" userId="6e07b5d3a3d13876" providerId="LiveId" clId="{D2037083-06E0-4DA8-8BB1-C59CFBEF1645}" dt="2026-04-22T04:48:03.985" v="144" actId="108"/>
          <ac:spMkLst>
            <pc:docMk/>
            <pc:sldMk cId="122643390" sldId="449"/>
            <ac:spMk id="4" creationId="{24F0517E-D376-44C5-B9BE-9E78A89BBE69}"/>
          </ac:spMkLst>
        </pc:spChg>
      </pc:sldChg>
      <pc:sldChg chg="modSp add mod">
        <pc:chgData name="Иван Климарев" userId="6e07b5d3a3d13876" providerId="LiveId" clId="{D2037083-06E0-4DA8-8BB1-C59CFBEF1645}" dt="2026-04-22T04:48:11.364" v="145" actId="20577"/>
        <pc:sldMkLst>
          <pc:docMk/>
          <pc:sldMk cId="454088102" sldId="450"/>
        </pc:sldMkLst>
        <pc:spChg chg="mod">
          <ac:chgData name="Иван Климарев" userId="6e07b5d3a3d13876" providerId="LiveId" clId="{D2037083-06E0-4DA8-8BB1-C59CFBEF1645}" dt="2026-04-22T04:48:11.364" v="145" actId="20577"/>
          <ac:spMkLst>
            <pc:docMk/>
            <pc:sldMk cId="454088102" sldId="450"/>
            <ac:spMk id="4" creationId="{24F0517E-D376-44C5-B9BE-9E78A89BBE69}"/>
          </ac:spMkLst>
        </pc:spChg>
        <pc:spChg chg="mod">
          <ac:chgData name="Иван Климарев" userId="6e07b5d3a3d13876" providerId="LiveId" clId="{D2037083-06E0-4DA8-8BB1-C59CFBEF1645}" dt="2026-04-22T04:45:03.059" v="139"/>
          <ac:spMkLst>
            <pc:docMk/>
            <pc:sldMk cId="454088102" sldId="450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D2037083-06E0-4DA8-8BB1-C59CFBEF1645}" dt="2026-04-22T04:56:29.292" v="148"/>
        <pc:sldMkLst>
          <pc:docMk/>
          <pc:sldMk cId="548319333" sldId="451"/>
        </pc:sldMkLst>
        <pc:spChg chg="mod">
          <ac:chgData name="Иван Климарев" userId="6e07b5d3a3d13876" providerId="LiveId" clId="{D2037083-06E0-4DA8-8BB1-C59CFBEF1645}" dt="2026-04-22T04:56:29.292" v="148"/>
          <ac:spMkLst>
            <pc:docMk/>
            <pc:sldMk cId="548319333" sldId="451"/>
            <ac:spMk id="17" creationId="{00000000-0000-0000-0000-000000000000}"/>
          </ac:spMkLst>
        </pc:spChg>
      </pc:sldChg>
      <pc:sldChg chg="modSp add del mod">
        <pc:chgData name="Иван Климарев" userId="6e07b5d3a3d13876" providerId="LiveId" clId="{D2037083-06E0-4DA8-8BB1-C59CFBEF1645}" dt="2026-04-22T04:57:03.135" v="154" actId="2696"/>
        <pc:sldMkLst>
          <pc:docMk/>
          <pc:sldMk cId="90247254" sldId="452"/>
        </pc:sldMkLst>
        <pc:spChg chg="mod">
          <ac:chgData name="Иван Климарев" userId="6e07b5d3a3d13876" providerId="LiveId" clId="{D2037083-06E0-4DA8-8BB1-C59CFBEF1645}" dt="2026-04-22T04:56:55.376" v="153"/>
          <ac:spMkLst>
            <pc:docMk/>
            <pc:sldMk cId="90247254" sldId="452"/>
            <ac:spMk id="17" creationId="{00000000-0000-0000-0000-000000000000}"/>
          </ac:spMkLst>
        </pc:spChg>
      </pc:sldChg>
      <pc:sldChg chg="add del">
        <pc:chgData name="Иван Климарев" userId="6e07b5d3a3d13876" providerId="LiveId" clId="{D2037083-06E0-4DA8-8BB1-C59CFBEF1645}" dt="2026-04-22T04:57:10.047" v="156" actId="47"/>
        <pc:sldMkLst>
          <pc:docMk/>
          <pc:sldMk cId="1882742154" sldId="452"/>
        </pc:sldMkLst>
      </pc:sldChg>
      <pc:sldChg chg="modSp add mod ord">
        <pc:chgData name="Иван Климарев" userId="6e07b5d3a3d13876" providerId="LiveId" clId="{D2037083-06E0-4DA8-8BB1-C59CFBEF1645}" dt="2026-04-22T04:57:57.741" v="171" actId="255"/>
        <pc:sldMkLst>
          <pc:docMk/>
          <pc:sldMk cId="4131496618" sldId="452"/>
        </pc:sldMkLst>
        <pc:spChg chg="mod">
          <ac:chgData name="Иван Климарев" userId="6e07b5d3a3d13876" providerId="LiveId" clId="{D2037083-06E0-4DA8-8BB1-C59CFBEF1645}" dt="2026-04-22T04:57:57.741" v="171" actId="255"/>
          <ac:spMkLst>
            <pc:docMk/>
            <pc:sldMk cId="4131496618" sldId="452"/>
            <ac:spMk id="4" creationId="{24F0517E-D376-44C5-B9BE-9E78A89BBE69}"/>
          </ac:spMkLst>
        </pc:spChg>
        <pc:spChg chg="mod">
          <ac:chgData name="Иван Климарев" userId="6e07b5d3a3d13876" providerId="LiveId" clId="{D2037083-06E0-4DA8-8BB1-C59CFBEF1645}" dt="2026-04-22T04:57:33.024" v="166"/>
          <ac:spMkLst>
            <pc:docMk/>
            <pc:sldMk cId="4131496618" sldId="452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D2037083-06E0-4DA8-8BB1-C59CFBEF1645}" dt="2026-04-22T04:58:35.032" v="179" actId="12"/>
        <pc:sldMkLst>
          <pc:docMk/>
          <pc:sldMk cId="3584216651" sldId="453"/>
        </pc:sldMkLst>
        <pc:spChg chg="mod">
          <ac:chgData name="Иван Климарев" userId="6e07b5d3a3d13876" providerId="LiveId" clId="{D2037083-06E0-4DA8-8BB1-C59CFBEF1645}" dt="2026-04-22T04:58:35.032" v="179" actId="12"/>
          <ac:spMkLst>
            <pc:docMk/>
            <pc:sldMk cId="3584216651" sldId="453"/>
            <ac:spMk id="4" creationId="{24F0517E-D376-44C5-B9BE-9E78A89BBE69}"/>
          </ac:spMkLst>
        </pc:spChg>
      </pc:sldChg>
      <pc:sldChg chg="modSp add mod">
        <pc:chgData name="Иван Климарев" userId="6e07b5d3a3d13876" providerId="LiveId" clId="{D2037083-06E0-4DA8-8BB1-C59CFBEF1645}" dt="2026-04-22T06:44:09.101" v="187" actId="12"/>
        <pc:sldMkLst>
          <pc:docMk/>
          <pc:sldMk cId="968765260" sldId="454"/>
        </pc:sldMkLst>
        <pc:spChg chg="mod">
          <ac:chgData name="Иван Климарев" userId="6e07b5d3a3d13876" providerId="LiveId" clId="{D2037083-06E0-4DA8-8BB1-C59CFBEF1645}" dt="2026-04-22T06:44:09.101" v="187" actId="12"/>
          <ac:spMkLst>
            <pc:docMk/>
            <pc:sldMk cId="968765260" sldId="454"/>
            <ac:spMk id="4" creationId="{24F0517E-D376-44C5-B9BE-9E78A89BBE69}"/>
          </ac:spMkLst>
        </pc:spChg>
      </pc:sldChg>
      <pc:sldChg chg="modSp add mod">
        <pc:chgData name="Иван Климарев" userId="6e07b5d3a3d13876" providerId="LiveId" clId="{D2037083-06E0-4DA8-8BB1-C59CFBEF1645}" dt="2026-04-22T06:45:09.825" v="196" actId="12"/>
        <pc:sldMkLst>
          <pc:docMk/>
          <pc:sldMk cId="948176672" sldId="455"/>
        </pc:sldMkLst>
        <pc:spChg chg="mod">
          <ac:chgData name="Иван Климарев" userId="6e07b5d3a3d13876" providerId="LiveId" clId="{D2037083-06E0-4DA8-8BB1-C59CFBEF1645}" dt="2026-04-22T06:45:09.825" v="196" actId="12"/>
          <ac:spMkLst>
            <pc:docMk/>
            <pc:sldMk cId="948176672" sldId="455"/>
            <ac:spMk id="4" creationId="{24F0517E-D376-44C5-B9BE-9E78A89BBE69}"/>
          </ac:spMkLst>
        </pc:spChg>
        <pc:spChg chg="mod">
          <ac:chgData name="Иван Климарев" userId="6e07b5d3a3d13876" providerId="LiveId" clId="{D2037083-06E0-4DA8-8BB1-C59CFBEF1645}" dt="2026-04-22T06:44:29.760" v="191"/>
          <ac:spMkLst>
            <pc:docMk/>
            <pc:sldMk cId="948176672" sldId="455"/>
            <ac:spMk id="17" creationId="{00000000-0000-0000-0000-000000000000}"/>
          </ac:spMkLst>
        </pc:spChg>
      </pc:sldChg>
      <pc:sldChg chg="add">
        <pc:chgData name="Иван Климарев" userId="6e07b5d3a3d13876" providerId="LiveId" clId="{D2037083-06E0-4DA8-8BB1-C59CFBEF1645}" dt="2026-04-22T06:45:20.992" v="197" actId="2890"/>
        <pc:sldMkLst>
          <pc:docMk/>
          <pc:sldMk cId="1978488415" sldId="456"/>
        </pc:sldMkLst>
      </pc:sldChg>
      <pc:sldChg chg="addSp delSp modSp add mod">
        <pc:chgData name="Иван Климарев" userId="6e07b5d3a3d13876" providerId="LiveId" clId="{D2037083-06E0-4DA8-8BB1-C59CFBEF1645}" dt="2026-04-22T06:46:56.801" v="217" actId="21"/>
        <pc:sldMkLst>
          <pc:docMk/>
          <pc:sldMk cId="2320051803" sldId="457"/>
        </pc:sldMkLst>
        <pc:spChg chg="add del">
          <ac:chgData name="Иван Климарев" userId="6e07b5d3a3d13876" providerId="LiveId" clId="{D2037083-06E0-4DA8-8BB1-C59CFBEF1645}" dt="2026-04-22T06:45:48.669" v="203"/>
          <ac:spMkLst>
            <pc:docMk/>
            <pc:sldMk cId="2320051803" sldId="457"/>
            <ac:spMk id="2" creationId="{AE10D406-E3B0-4D20-81B2-017A856100C6}"/>
          </ac:spMkLst>
        </pc:spChg>
        <pc:spChg chg="mod">
          <ac:chgData name="Иван Климарев" userId="6e07b5d3a3d13876" providerId="LiveId" clId="{D2037083-06E0-4DA8-8BB1-C59CFBEF1645}" dt="2026-04-22T06:46:56.801" v="217" actId="21"/>
          <ac:spMkLst>
            <pc:docMk/>
            <pc:sldMk cId="2320051803" sldId="457"/>
            <ac:spMk id="4" creationId="{24F0517E-D376-44C5-B9BE-9E78A89BBE69}"/>
          </ac:spMkLst>
        </pc:spChg>
        <pc:spChg chg="mod">
          <ac:chgData name="Иван Климарев" userId="6e07b5d3a3d13876" providerId="LiveId" clId="{D2037083-06E0-4DA8-8BB1-C59CFBEF1645}" dt="2026-04-22T06:45:38.862" v="201"/>
          <ac:spMkLst>
            <pc:docMk/>
            <pc:sldMk cId="2320051803" sldId="457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D2037083-06E0-4DA8-8BB1-C59CFBEF1645}" dt="2026-04-22T06:46:59.569" v="219"/>
        <pc:sldMkLst>
          <pc:docMk/>
          <pc:sldMk cId="1980527563" sldId="458"/>
        </pc:sldMkLst>
        <pc:spChg chg="mod">
          <ac:chgData name="Иван Климарев" userId="6e07b5d3a3d13876" providerId="LiveId" clId="{D2037083-06E0-4DA8-8BB1-C59CFBEF1645}" dt="2026-04-22T06:46:59.569" v="219"/>
          <ac:spMkLst>
            <pc:docMk/>
            <pc:sldMk cId="1980527563" sldId="458"/>
            <ac:spMk id="4" creationId="{24F0517E-D376-44C5-B9BE-9E78A89BBE69}"/>
          </ac:spMkLst>
        </pc:spChg>
      </pc:sldChg>
      <pc:sldChg chg="modSp add mod">
        <pc:chgData name="Иван Климарев" userId="6e07b5d3a3d13876" providerId="LiveId" clId="{D2037083-06E0-4DA8-8BB1-C59CFBEF1645}" dt="2026-04-22T06:47:30.708" v="227" actId="12"/>
        <pc:sldMkLst>
          <pc:docMk/>
          <pc:sldMk cId="801195908" sldId="459"/>
        </pc:sldMkLst>
        <pc:spChg chg="mod">
          <ac:chgData name="Иван Климарев" userId="6e07b5d3a3d13876" providerId="LiveId" clId="{D2037083-06E0-4DA8-8BB1-C59CFBEF1645}" dt="2026-04-22T06:47:30.708" v="227" actId="12"/>
          <ac:spMkLst>
            <pc:docMk/>
            <pc:sldMk cId="801195908" sldId="459"/>
            <ac:spMk id="4" creationId="{24F0517E-D376-44C5-B9BE-9E78A89BBE69}"/>
          </ac:spMkLst>
        </pc:spChg>
        <pc:spChg chg="mod">
          <ac:chgData name="Иван Климарев" userId="6e07b5d3a3d13876" providerId="LiveId" clId="{D2037083-06E0-4DA8-8BB1-C59CFBEF1645}" dt="2026-04-22T06:47:20.500" v="223"/>
          <ac:spMkLst>
            <pc:docMk/>
            <pc:sldMk cId="801195908" sldId="459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D2037083-06E0-4DA8-8BB1-C59CFBEF1645}" dt="2026-04-22T06:48:25.565" v="237" actId="12"/>
        <pc:sldMkLst>
          <pc:docMk/>
          <pc:sldMk cId="1153539466" sldId="460"/>
        </pc:sldMkLst>
        <pc:spChg chg="mod">
          <ac:chgData name="Иван Климарев" userId="6e07b5d3a3d13876" providerId="LiveId" clId="{D2037083-06E0-4DA8-8BB1-C59CFBEF1645}" dt="2026-04-22T06:48:25.565" v="237" actId="12"/>
          <ac:spMkLst>
            <pc:docMk/>
            <pc:sldMk cId="1153539466" sldId="460"/>
            <ac:spMk id="4" creationId="{24F0517E-D376-44C5-B9BE-9E78A89BBE69}"/>
          </ac:spMkLst>
        </pc:spChg>
        <pc:spChg chg="mod">
          <ac:chgData name="Иван Климарев" userId="6e07b5d3a3d13876" providerId="LiveId" clId="{D2037083-06E0-4DA8-8BB1-C59CFBEF1645}" dt="2026-04-22T06:48:00.124" v="231"/>
          <ac:spMkLst>
            <pc:docMk/>
            <pc:sldMk cId="1153539466" sldId="460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D2037083-06E0-4DA8-8BB1-C59CFBEF1645}" dt="2026-04-22T06:48:56.283" v="248" actId="12"/>
        <pc:sldMkLst>
          <pc:docMk/>
          <pc:sldMk cId="3392443601" sldId="461"/>
        </pc:sldMkLst>
        <pc:spChg chg="mod">
          <ac:chgData name="Иван Климарев" userId="6e07b5d3a3d13876" providerId="LiveId" clId="{D2037083-06E0-4DA8-8BB1-C59CFBEF1645}" dt="2026-04-22T06:48:56.283" v="248" actId="12"/>
          <ac:spMkLst>
            <pc:docMk/>
            <pc:sldMk cId="3392443601" sldId="461"/>
            <ac:spMk id="4" creationId="{24F0517E-D376-44C5-B9BE-9E78A89BBE69}"/>
          </ac:spMkLst>
        </pc:spChg>
      </pc:sldChg>
      <pc:sldChg chg="modSp add mod">
        <pc:chgData name="Иван Климарев" userId="6e07b5d3a3d13876" providerId="LiveId" clId="{D2037083-06E0-4DA8-8BB1-C59CFBEF1645}" dt="2026-04-22T06:49:34.731" v="259" actId="12"/>
        <pc:sldMkLst>
          <pc:docMk/>
          <pc:sldMk cId="1096441622" sldId="462"/>
        </pc:sldMkLst>
        <pc:spChg chg="mod">
          <ac:chgData name="Иван Климарев" userId="6e07b5d3a3d13876" providerId="LiveId" clId="{D2037083-06E0-4DA8-8BB1-C59CFBEF1645}" dt="2026-04-22T06:49:34.731" v="259" actId="12"/>
          <ac:spMkLst>
            <pc:docMk/>
            <pc:sldMk cId="1096441622" sldId="462"/>
            <ac:spMk id="4" creationId="{24F0517E-D376-44C5-B9BE-9E78A89BBE69}"/>
          </ac:spMkLst>
        </pc:spChg>
      </pc:sldChg>
      <pc:sldChg chg="modSp add mod">
        <pc:chgData name="Иван Климарев" userId="6e07b5d3a3d13876" providerId="LiveId" clId="{D2037083-06E0-4DA8-8BB1-C59CFBEF1645}" dt="2026-04-22T06:49:45.435" v="263"/>
        <pc:sldMkLst>
          <pc:docMk/>
          <pc:sldMk cId="1614133916" sldId="463"/>
        </pc:sldMkLst>
        <pc:spChg chg="mod">
          <ac:chgData name="Иван Климарев" userId="6e07b5d3a3d13876" providerId="LiveId" clId="{D2037083-06E0-4DA8-8BB1-C59CFBEF1645}" dt="2026-04-22T06:49:45.435" v="263"/>
          <ac:spMkLst>
            <pc:docMk/>
            <pc:sldMk cId="1614133916" sldId="463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D2037083-06E0-4DA8-8BB1-C59CFBEF1645}" dt="2026-04-22T06:50:14.374" v="270" actId="20577"/>
        <pc:sldMkLst>
          <pc:docMk/>
          <pc:sldMk cId="3446248369" sldId="464"/>
        </pc:sldMkLst>
        <pc:spChg chg="mod">
          <ac:chgData name="Иван Климарев" userId="6e07b5d3a3d13876" providerId="LiveId" clId="{D2037083-06E0-4DA8-8BB1-C59CFBEF1645}" dt="2026-04-22T06:50:14.374" v="270" actId="20577"/>
          <ac:spMkLst>
            <pc:docMk/>
            <pc:sldMk cId="3446248369" sldId="464"/>
            <ac:spMk id="4" creationId="{24F0517E-D376-44C5-B9BE-9E78A89BBE69}"/>
          </ac:spMkLst>
        </pc:spChg>
      </pc:sldChg>
      <pc:sldChg chg="modSp add mod">
        <pc:chgData name="Иван Климарев" userId="6e07b5d3a3d13876" providerId="LiveId" clId="{D2037083-06E0-4DA8-8BB1-C59CFBEF1645}" dt="2026-04-22T06:51:30.426" v="285" actId="255"/>
        <pc:sldMkLst>
          <pc:docMk/>
          <pc:sldMk cId="1383201178" sldId="465"/>
        </pc:sldMkLst>
        <pc:spChg chg="mod">
          <ac:chgData name="Иван Климарев" userId="6e07b5d3a3d13876" providerId="LiveId" clId="{D2037083-06E0-4DA8-8BB1-C59CFBEF1645}" dt="2026-04-22T06:51:30.426" v="285" actId="255"/>
          <ac:spMkLst>
            <pc:docMk/>
            <pc:sldMk cId="1383201178" sldId="465"/>
            <ac:spMk id="4" creationId="{24F0517E-D376-44C5-B9BE-9E78A89BBE69}"/>
          </ac:spMkLst>
        </pc:spChg>
      </pc:sldChg>
      <pc:sldChg chg="modSp add mod">
        <pc:chgData name="Иван Климарев" userId="6e07b5d3a3d13876" providerId="LiveId" clId="{D2037083-06E0-4DA8-8BB1-C59CFBEF1645}" dt="2026-04-22T06:52:23.725" v="301" actId="6549"/>
        <pc:sldMkLst>
          <pc:docMk/>
          <pc:sldMk cId="1909930397" sldId="466"/>
        </pc:sldMkLst>
        <pc:spChg chg="mod">
          <ac:chgData name="Иван Климарев" userId="6e07b5d3a3d13876" providerId="LiveId" clId="{D2037083-06E0-4DA8-8BB1-C59CFBEF1645}" dt="2026-04-22T06:52:23.725" v="301" actId="6549"/>
          <ac:spMkLst>
            <pc:docMk/>
            <pc:sldMk cId="1909930397" sldId="466"/>
            <ac:spMk id="4" creationId="{24F0517E-D376-44C5-B9BE-9E78A89BBE69}"/>
          </ac:spMkLst>
        </pc:spChg>
      </pc:sldChg>
      <pc:sldChg chg="modSp add mod">
        <pc:chgData name="Иван Климарев" userId="6e07b5d3a3d13876" providerId="LiveId" clId="{D2037083-06E0-4DA8-8BB1-C59CFBEF1645}" dt="2026-04-22T06:52:57.728" v="312" actId="12"/>
        <pc:sldMkLst>
          <pc:docMk/>
          <pc:sldMk cId="2316841115" sldId="467"/>
        </pc:sldMkLst>
        <pc:spChg chg="mod">
          <ac:chgData name="Иван Климарев" userId="6e07b5d3a3d13876" providerId="LiveId" clId="{D2037083-06E0-4DA8-8BB1-C59CFBEF1645}" dt="2026-04-22T06:52:57.728" v="312" actId="12"/>
          <ac:spMkLst>
            <pc:docMk/>
            <pc:sldMk cId="2316841115" sldId="467"/>
            <ac:spMk id="4" creationId="{24F0517E-D376-44C5-B9BE-9E78A89BBE69}"/>
          </ac:spMkLst>
        </pc:spChg>
        <pc:spChg chg="mod">
          <ac:chgData name="Иван Климарев" userId="6e07b5d3a3d13876" providerId="LiveId" clId="{D2037083-06E0-4DA8-8BB1-C59CFBEF1645}" dt="2026-04-22T06:52:44.309" v="305"/>
          <ac:spMkLst>
            <pc:docMk/>
            <pc:sldMk cId="2316841115" sldId="467"/>
            <ac:spMk id="17" creationId="{00000000-0000-0000-0000-000000000000}"/>
          </ac:spMkLst>
        </pc:spChg>
      </pc:sldChg>
      <pc:sldChg chg="addSp delSp modSp add mod">
        <pc:chgData name="Иван Климарев" userId="6e07b5d3a3d13876" providerId="LiveId" clId="{D2037083-06E0-4DA8-8BB1-C59CFBEF1645}" dt="2026-04-22T06:53:45.882" v="322" actId="20577"/>
        <pc:sldMkLst>
          <pc:docMk/>
          <pc:sldMk cId="1130970053" sldId="468"/>
        </pc:sldMkLst>
        <pc:spChg chg="add del">
          <ac:chgData name="Иван Климарев" userId="6e07b5d3a3d13876" providerId="LiveId" clId="{D2037083-06E0-4DA8-8BB1-C59CFBEF1645}" dt="2026-04-22T06:53:14.832" v="315"/>
          <ac:spMkLst>
            <pc:docMk/>
            <pc:sldMk cId="1130970053" sldId="468"/>
            <ac:spMk id="2" creationId="{A4DB6D1F-9A90-416B-8686-864574F64E81}"/>
          </ac:spMkLst>
        </pc:spChg>
        <pc:spChg chg="mod">
          <ac:chgData name="Иван Климарев" userId="6e07b5d3a3d13876" providerId="LiveId" clId="{D2037083-06E0-4DA8-8BB1-C59CFBEF1645}" dt="2026-04-22T06:53:45.882" v="322" actId="20577"/>
          <ac:spMkLst>
            <pc:docMk/>
            <pc:sldMk cId="1130970053" sldId="468"/>
            <ac:spMk id="4" creationId="{24F0517E-D376-44C5-B9BE-9E78A89BBE69}"/>
          </ac:spMkLst>
        </pc:spChg>
      </pc:sldChg>
      <pc:sldChg chg="modSp add mod">
        <pc:chgData name="Иван Климарев" userId="6e07b5d3a3d13876" providerId="LiveId" clId="{D2037083-06E0-4DA8-8BB1-C59CFBEF1645}" dt="2026-04-22T06:54:04.678" v="330" actId="12"/>
        <pc:sldMkLst>
          <pc:docMk/>
          <pc:sldMk cId="1011701340" sldId="469"/>
        </pc:sldMkLst>
        <pc:spChg chg="mod">
          <ac:chgData name="Иван Климарев" userId="6e07b5d3a3d13876" providerId="LiveId" clId="{D2037083-06E0-4DA8-8BB1-C59CFBEF1645}" dt="2026-04-22T06:54:04.678" v="330" actId="12"/>
          <ac:spMkLst>
            <pc:docMk/>
            <pc:sldMk cId="1011701340" sldId="469"/>
            <ac:spMk id="4" creationId="{24F0517E-D376-44C5-B9BE-9E78A89BBE69}"/>
          </ac:spMkLst>
        </pc:spChg>
      </pc:sldChg>
      <pc:sldChg chg="modSp add mod">
        <pc:chgData name="Иван Климарев" userId="6e07b5d3a3d13876" providerId="LiveId" clId="{D2037083-06E0-4DA8-8BB1-C59CFBEF1645}" dt="2026-04-22T06:54:31.387" v="336" actId="12"/>
        <pc:sldMkLst>
          <pc:docMk/>
          <pc:sldMk cId="3025557114" sldId="470"/>
        </pc:sldMkLst>
        <pc:spChg chg="mod">
          <ac:chgData name="Иван Климарев" userId="6e07b5d3a3d13876" providerId="LiveId" clId="{D2037083-06E0-4DA8-8BB1-C59CFBEF1645}" dt="2026-04-22T06:54:31.387" v="336" actId="12"/>
          <ac:spMkLst>
            <pc:docMk/>
            <pc:sldMk cId="3025557114" sldId="470"/>
            <ac:spMk id="4" creationId="{24F0517E-D376-44C5-B9BE-9E78A89BBE69}"/>
          </ac:spMkLst>
        </pc:spChg>
      </pc:sldChg>
      <pc:sldChg chg="modSp add mod">
        <pc:chgData name="Иван Климарев" userId="6e07b5d3a3d13876" providerId="LiveId" clId="{D2037083-06E0-4DA8-8BB1-C59CFBEF1645}" dt="2026-04-22T06:54:57.261" v="344" actId="12"/>
        <pc:sldMkLst>
          <pc:docMk/>
          <pc:sldMk cId="196286622" sldId="471"/>
        </pc:sldMkLst>
        <pc:spChg chg="mod">
          <ac:chgData name="Иван Климарев" userId="6e07b5d3a3d13876" providerId="LiveId" clId="{D2037083-06E0-4DA8-8BB1-C59CFBEF1645}" dt="2026-04-22T06:54:57.261" v="344" actId="12"/>
          <ac:spMkLst>
            <pc:docMk/>
            <pc:sldMk cId="196286622" sldId="471"/>
            <ac:spMk id="4" creationId="{24F0517E-D376-44C5-B9BE-9E78A89BBE69}"/>
          </ac:spMkLst>
        </pc:spChg>
        <pc:spChg chg="mod">
          <ac:chgData name="Иван Климарев" userId="6e07b5d3a3d13876" providerId="LiveId" clId="{D2037083-06E0-4DA8-8BB1-C59CFBEF1645}" dt="2026-04-22T06:54:48.298" v="340"/>
          <ac:spMkLst>
            <pc:docMk/>
            <pc:sldMk cId="196286622" sldId="471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D2037083-06E0-4DA8-8BB1-C59CFBEF1645}" dt="2026-04-22T06:55:22.495" v="354" actId="12"/>
        <pc:sldMkLst>
          <pc:docMk/>
          <pc:sldMk cId="4184581656" sldId="472"/>
        </pc:sldMkLst>
        <pc:spChg chg="mod">
          <ac:chgData name="Иван Климарев" userId="6e07b5d3a3d13876" providerId="LiveId" clId="{D2037083-06E0-4DA8-8BB1-C59CFBEF1645}" dt="2026-04-22T06:55:22.495" v="354" actId="12"/>
          <ac:spMkLst>
            <pc:docMk/>
            <pc:sldMk cId="4184581656" sldId="472"/>
            <ac:spMk id="4" creationId="{24F0517E-D376-44C5-B9BE-9E78A89BBE69}"/>
          </ac:spMkLst>
        </pc:spChg>
        <pc:spChg chg="mod">
          <ac:chgData name="Иван Климарев" userId="6e07b5d3a3d13876" providerId="LiveId" clId="{D2037083-06E0-4DA8-8BB1-C59CFBEF1645}" dt="2026-04-22T06:55:11.235" v="350"/>
          <ac:spMkLst>
            <pc:docMk/>
            <pc:sldMk cId="4184581656" sldId="472"/>
            <ac:spMk id="17" creationId="{00000000-0000-0000-0000-000000000000}"/>
          </ac:spMkLst>
        </pc:spChg>
      </pc:sldChg>
    </pc:docChg>
  </pc:docChgLst>
  <pc:docChgLst>
    <pc:chgData name="Иван Климарев" userId="6e07b5d3a3d13876" providerId="LiveId" clId="{15BF4059-9C21-4AC7-B8B0-2E8FBD7CAD7D}"/>
    <pc:docChg chg="undo redo custSel addSld delSld modSld sldOrd">
      <pc:chgData name="Иван Климарев" userId="6e07b5d3a3d13876" providerId="LiveId" clId="{15BF4059-9C21-4AC7-B8B0-2E8FBD7CAD7D}" dt="2026-01-07T15:49:20.069" v="1358"/>
      <pc:docMkLst>
        <pc:docMk/>
      </pc:docMkLst>
      <pc:sldChg chg="modSp mod">
        <pc:chgData name="Иван Климарев" userId="6e07b5d3a3d13876" providerId="LiveId" clId="{15BF4059-9C21-4AC7-B8B0-2E8FBD7CAD7D}" dt="2026-01-03T11:26:55.194" v="22" actId="6549"/>
        <pc:sldMkLst>
          <pc:docMk/>
          <pc:sldMk cId="1477581845" sldId="268"/>
        </pc:sldMkLst>
        <pc:spChg chg="mod">
          <ac:chgData name="Иван Климарев" userId="6e07b5d3a3d13876" providerId="LiveId" clId="{15BF4059-9C21-4AC7-B8B0-2E8FBD7CAD7D}" dt="2026-01-03T11:26:55.194" v="22" actId="6549"/>
          <ac:spMkLst>
            <pc:docMk/>
            <pc:sldMk cId="1477581845" sldId="268"/>
            <ac:spMk id="4" creationId="{24F0517E-D376-44C5-B9BE-9E78A89BBE69}"/>
          </ac:spMkLst>
        </pc:spChg>
      </pc:sldChg>
      <pc:sldChg chg="del">
        <pc:chgData name="Иван Климарев" userId="6e07b5d3a3d13876" providerId="LiveId" clId="{15BF4059-9C21-4AC7-B8B0-2E8FBD7CAD7D}" dt="2026-01-03T11:32:40.926" v="77" actId="47"/>
        <pc:sldMkLst>
          <pc:docMk/>
          <pc:sldMk cId="1588943381" sldId="274"/>
        </pc:sldMkLst>
      </pc:sldChg>
      <pc:sldChg chg="modSp mod modNotesTx">
        <pc:chgData name="Иван Климарев" userId="6e07b5d3a3d13876" providerId="LiveId" clId="{15BF4059-9C21-4AC7-B8B0-2E8FBD7CAD7D}" dt="2026-01-07T15:44:16.712" v="1346"/>
        <pc:sldMkLst>
          <pc:docMk/>
          <pc:sldMk cId="1291955567" sldId="275"/>
        </pc:sldMkLst>
        <pc:spChg chg="mod">
          <ac:chgData name="Иван Климарев" userId="6e07b5d3a3d13876" providerId="LiveId" clId="{15BF4059-9C21-4AC7-B8B0-2E8FBD7CAD7D}" dt="2026-01-03T11:29:00.163" v="46"/>
          <ac:spMkLst>
            <pc:docMk/>
            <pc:sldMk cId="1291955567" sldId="275"/>
            <ac:spMk id="4" creationId="{A9BFBEC6-A40E-489B-AF1B-DDE31489B983}"/>
          </ac:spMkLst>
        </pc:spChg>
      </pc:sldChg>
      <pc:sldChg chg="modSp mod">
        <pc:chgData name="Иван Климарев" userId="6e07b5d3a3d13876" providerId="LiveId" clId="{15BF4059-9C21-4AC7-B8B0-2E8FBD7CAD7D}" dt="2026-01-03T13:13:03.945" v="196" actId="113"/>
        <pc:sldMkLst>
          <pc:docMk/>
          <pc:sldMk cId="2531047815" sldId="276"/>
        </pc:sldMkLst>
        <pc:spChg chg="mod">
          <ac:chgData name="Иван Климарев" userId="6e07b5d3a3d13876" providerId="LiveId" clId="{15BF4059-9C21-4AC7-B8B0-2E8FBD7CAD7D}" dt="2026-01-03T13:13:03.945" v="196" actId="113"/>
          <ac:spMkLst>
            <pc:docMk/>
            <pc:sldMk cId="2531047815" sldId="276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3:12:16.882" v="183" actId="14100"/>
          <ac:spMkLst>
            <pc:docMk/>
            <pc:sldMk cId="2531047815" sldId="276"/>
            <ac:spMk id="17" creationId="{00000000-0000-0000-0000-000000000000}"/>
          </ac:spMkLst>
        </pc:spChg>
        <pc:picChg chg="mod">
          <ac:chgData name="Иван Климарев" userId="6e07b5d3a3d13876" providerId="LiveId" clId="{15BF4059-9C21-4AC7-B8B0-2E8FBD7CAD7D}" dt="2026-01-03T13:12:19.372" v="184" actId="14100"/>
          <ac:picMkLst>
            <pc:docMk/>
            <pc:sldMk cId="2531047815" sldId="276"/>
            <ac:picMk id="23" creationId="{00000000-0000-0000-0000-000000000000}"/>
          </ac:picMkLst>
        </pc:picChg>
      </pc:sldChg>
      <pc:sldChg chg="modSp mod">
        <pc:chgData name="Иван Климарев" userId="6e07b5d3a3d13876" providerId="LiveId" clId="{15BF4059-9C21-4AC7-B8B0-2E8FBD7CAD7D}" dt="2026-01-03T11:27:22.601" v="31" actId="20577"/>
        <pc:sldMkLst>
          <pc:docMk/>
          <pc:sldMk cId="1674106500" sldId="301"/>
        </pc:sldMkLst>
        <pc:spChg chg="mod">
          <ac:chgData name="Иван Климарев" userId="6e07b5d3a3d13876" providerId="LiveId" clId="{15BF4059-9C21-4AC7-B8B0-2E8FBD7CAD7D}" dt="2026-01-03T11:27:22.601" v="31" actId="20577"/>
          <ac:spMkLst>
            <pc:docMk/>
            <pc:sldMk cId="1674106500" sldId="301"/>
            <ac:spMk id="4" creationId="{24F0517E-D376-44C5-B9BE-9E78A89BBE69}"/>
          </ac:spMkLst>
        </pc:spChg>
      </pc:sldChg>
      <pc:sldChg chg="modSp mod">
        <pc:chgData name="Иван Климарев" userId="6e07b5d3a3d13876" providerId="LiveId" clId="{15BF4059-9C21-4AC7-B8B0-2E8FBD7CAD7D}" dt="2026-01-03T11:27:55.210" v="41" actId="6549"/>
        <pc:sldMkLst>
          <pc:docMk/>
          <pc:sldMk cId="1645147120" sldId="302"/>
        </pc:sldMkLst>
        <pc:spChg chg="mod">
          <ac:chgData name="Иван Климарев" userId="6e07b5d3a3d13876" providerId="LiveId" clId="{15BF4059-9C21-4AC7-B8B0-2E8FBD7CAD7D}" dt="2026-01-03T11:27:55.210" v="41" actId="6549"/>
          <ac:spMkLst>
            <pc:docMk/>
            <pc:sldMk cId="1645147120" sldId="302"/>
            <ac:spMk id="4" creationId="{24F0517E-D376-44C5-B9BE-9E78A89BBE69}"/>
          </ac:spMkLst>
        </pc:spChg>
      </pc:sldChg>
      <pc:sldChg chg="modSp mod">
        <pc:chgData name="Иван Климарев" userId="6e07b5d3a3d13876" providerId="LiveId" clId="{15BF4059-9C21-4AC7-B8B0-2E8FBD7CAD7D}" dt="2026-01-03T13:27:12.492" v="299" actId="21"/>
        <pc:sldMkLst>
          <pc:docMk/>
          <pc:sldMk cId="3459645900" sldId="303"/>
        </pc:sldMkLst>
        <pc:spChg chg="mod">
          <ac:chgData name="Иван Климарев" userId="6e07b5d3a3d13876" providerId="LiveId" clId="{15BF4059-9C21-4AC7-B8B0-2E8FBD7CAD7D}" dt="2026-01-03T13:27:12.492" v="299" actId="21"/>
          <ac:spMkLst>
            <pc:docMk/>
            <pc:sldMk cId="3459645900" sldId="303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3:25:37.263" v="292" actId="12"/>
          <ac:spMkLst>
            <pc:docMk/>
            <pc:sldMk cId="3459645900" sldId="303"/>
            <ac:spMk id="17" creationId="{00000000-0000-0000-0000-000000000000}"/>
          </ac:spMkLst>
        </pc:spChg>
      </pc:sldChg>
      <pc:sldChg chg="addSp delSp modSp del mod">
        <pc:chgData name="Иван Климарев" userId="6e07b5d3a3d13876" providerId="LiveId" clId="{15BF4059-9C21-4AC7-B8B0-2E8FBD7CAD7D}" dt="2026-01-03T14:25:59.821" v="585" actId="47"/>
        <pc:sldMkLst>
          <pc:docMk/>
          <pc:sldMk cId="1707203965" sldId="304"/>
        </pc:sldMkLst>
        <pc:spChg chg="mod">
          <ac:chgData name="Иван Климарев" userId="6e07b5d3a3d13876" providerId="LiveId" clId="{15BF4059-9C21-4AC7-B8B0-2E8FBD7CAD7D}" dt="2026-01-03T11:30:41.365" v="66" actId="12"/>
          <ac:spMkLst>
            <pc:docMk/>
            <pc:sldMk cId="1707203965" sldId="304"/>
            <ac:spMk id="4" creationId="{A9BFBEC6-A40E-489B-AF1B-DDE31489B983}"/>
          </ac:spMkLst>
        </pc:spChg>
        <pc:graphicFrameChg chg="add del mod modGraphic">
          <ac:chgData name="Иван Климарев" userId="6e07b5d3a3d13876" providerId="LiveId" clId="{15BF4059-9C21-4AC7-B8B0-2E8FBD7CAD7D}" dt="2026-01-03T14:11:01.146" v="562" actId="478"/>
          <ac:graphicFrameMkLst>
            <pc:docMk/>
            <pc:sldMk cId="1707203965" sldId="304"/>
            <ac:graphicFrameMk id="2" creationId="{043643A1-5B77-4953-893B-ADFC610F1EC2}"/>
          </ac:graphicFrameMkLst>
        </pc:graphicFrameChg>
      </pc:sldChg>
      <pc:sldChg chg="del">
        <pc:chgData name="Иван Климарев" userId="6e07b5d3a3d13876" providerId="LiveId" clId="{15BF4059-9C21-4AC7-B8B0-2E8FBD7CAD7D}" dt="2026-01-03T11:32:40.926" v="77" actId="47"/>
        <pc:sldMkLst>
          <pc:docMk/>
          <pc:sldMk cId="1935888855" sldId="305"/>
        </pc:sldMkLst>
      </pc:sldChg>
      <pc:sldChg chg="del">
        <pc:chgData name="Иван Климарев" userId="6e07b5d3a3d13876" providerId="LiveId" clId="{15BF4059-9C21-4AC7-B8B0-2E8FBD7CAD7D}" dt="2026-01-03T11:32:40.926" v="77" actId="47"/>
        <pc:sldMkLst>
          <pc:docMk/>
          <pc:sldMk cId="2693095583" sldId="306"/>
        </pc:sldMkLst>
      </pc:sldChg>
      <pc:sldChg chg="modSp add mod">
        <pc:chgData name="Иван Климарев" userId="6e07b5d3a3d13876" providerId="LiveId" clId="{15BF4059-9C21-4AC7-B8B0-2E8FBD7CAD7D}" dt="2026-01-03T11:28:13.828" v="43" actId="6549"/>
        <pc:sldMkLst>
          <pc:docMk/>
          <pc:sldMk cId="356762392" sldId="307"/>
        </pc:sldMkLst>
        <pc:spChg chg="mod">
          <ac:chgData name="Иван Климарев" userId="6e07b5d3a3d13876" providerId="LiveId" clId="{15BF4059-9C21-4AC7-B8B0-2E8FBD7CAD7D}" dt="2026-01-03T11:28:13.828" v="43" actId="6549"/>
          <ac:spMkLst>
            <pc:docMk/>
            <pc:sldMk cId="356762392" sldId="307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3T11:28:06.346" v="42"/>
          <ac:spMkLst>
            <pc:docMk/>
            <pc:sldMk cId="356762392" sldId="307"/>
            <ac:spMk id="17" creationId="{00000000-0000-0000-0000-000000000000}"/>
          </ac:spMkLst>
        </pc:spChg>
      </pc:sldChg>
      <pc:sldChg chg="new del">
        <pc:chgData name="Иван Климарев" userId="6e07b5d3a3d13876" providerId="LiveId" clId="{15BF4059-9C21-4AC7-B8B0-2E8FBD7CAD7D}" dt="2026-01-03T11:25:42.641" v="9" actId="47"/>
        <pc:sldMkLst>
          <pc:docMk/>
          <pc:sldMk cId="433260845" sldId="307"/>
        </pc:sldMkLst>
      </pc:sldChg>
      <pc:sldChg chg="modSp add mod">
        <pc:chgData name="Иван Климарев" userId="6e07b5d3a3d13876" providerId="LiveId" clId="{15BF4059-9C21-4AC7-B8B0-2E8FBD7CAD7D}" dt="2026-01-03T13:11:39.124" v="172" actId="108"/>
        <pc:sldMkLst>
          <pc:docMk/>
          <pc:sldMk cId="1787865682" sldId="308"/>
        </pc:sldMkLst>
        <pc:spChg chg="mod">
          <ac:chgData name="Иван Климарев" userId="6e07b5d3a3d13876" providerId="LiveId" clId="{15BF4059-9C21-4AC7-B8B0-2E8FBD7CAD7D}" dt="2026-01-03T13:11:39.124" v="172" actId="108"/>
          <ac:spMkLst>
            <pc:docMk/>
            <pc:sldMk cId="1787865682" sldId="308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1:36:16.646" v="83"/>
          <ac:spMkLst>
            <pc:docMk/>
            <pc:sldMk cId="1787865682" sldId="308"/>
            <ac:spMk id="17" creationId="{00000000-0000-0000-0000-000000000000}"/>
          </ac:spMkLst>
        </pc:spChg>
      </pc:sldChg>
      <pc:sldChg chg="new del">
        <pc:chgData name="Иван Климарев" userId="6e07b5d3a3d13876" providerId="LiveId" clId="{15BF4059-9C21-4AC7-B8B0-2E8FBD7CAD7D}" dt="2026-01-03T11:35:54.615" v="79" actId="680"/>
        <pc:sldMkLst>
          <pc:docMk/>
          <pc:sldMk cId="3713819137" sldId="308"/>
        </pc:sldMkLst>
      </pc:sldChg>
      <pc:sldChg chg="modSp add mod">
        <pc:chgData name="Иван Климарев" userId="6e07b5d3a3d13876" providerId="LiveId" clId="{15BF4059-9C21-4AC7-B8B0-2E8FBD7CAD7D}" dt="2026-01-03T13:11:39.347" v="173" actId="108"/>
        <pc:sldMkLst>
          <pc:docMk/>
          <pc:sldMk cId="2183337506" sldId="309"/>
        </pc:sldMkLst>
        <pc:spChg chg="mod">
          <ac:chgData name="Иван Климарев" userId="6e07b5d3a3d13876" providerId="LiveId" clId="{15BF4059-9C21-4AC7-B8B0-2E8FBD7CAD7D}" dt="2026-01-03T13:11:39.347" v="173" actId="108"/>
          <ac:spMkLst>
            <pc:docMk/>
            <pc:sldMk cId="2183337506" sldId="309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2:42:09.166" v="94"/>
          <ac:spMkLst>
            <pc:docMk/>
            <pc:sldMk cId="2183337506" sldId="309"/>
            <ac:spMk id="17" creationId="{00000000-0000-0000-0000-000000000000}"/>
          </ac:spMkLst>
        </pc:spChg>
      </pc:sldChg>
      <pc:sldChg chg="addSp delSp modSp add mod">
        <pc:chgData name="Иван Климарев" userId="6e07b5d3a3d13876" providerId="LiveId" clId="{15BF4059-9C21-4AC7-B8B0-2E8FBD7CAD7D}" dt="2026-01-03T12:45:07.268" v="121" actId="1076"/>
        <pc:sldMkLst>
          <pc:docMk/>
          <pc:sldMk cId="954498465" sldId="310"/>
        </pc:sldMkLst>
        <pc:spChg chg="mod">
          <ac:chgData name="Иван Климарев" userId="6e07b5d3a3d13876" providerId="LiveId" clId="{15BF4059-9C21-4AC7-B8B0-2E8FBD7CAD7D}" dt="2026-01-03T12:44:55.314" v="118" actId="6549"/>
          <ac:spMkLst>
            <pc:docMk/>
            <pc:sldMk cId="954498465" sldId="310"/>
            <ac:spMk id="4" creationId="{A9BFBEC6-A40E-489B-AF1B-DDE31489B983}"/>
          </ac:spMkLst>
        </pc:spChg>
        <pc:graphicFrameChg chg="del">
          <ac:chgData name="Иван Климарев" userId="6e07b5d3a3d13876" providerId="LiveId" clId="{15BF4059-9C21-4AC7-B8B0-2E8FBD7CAD7D}" dt="2026-01-03T12:44:53.169" v="117" actId="478"/>
          <ac:graphicFrameMkLst>
            <pc:docMk/>
            <pc:sldMk cId="954498465" sldId="310"/>
            <ac:graphicFrameMk id="2" creationId="{043643A1-5B77-4953-893B-ADFC610F1EC2}"/>
          </ac:graphicFrameMkLst>
        </pc:graphicFrameChg>
        <pc:picChg chg="add mod">
          <ac:chgData name="Иван Климарев" userId="6e07b5d3a3d13876" providerId="LiveId" clId="{15BF4059-9C21-4AC7-B8B0-2E8FBD7CAD7D}" dt="2026-01-03T12:45:07.268" v="121" actId="1076"/>
          <ac:picMkLst>
            <pc:docMk/>
            <pc:sldMk cId="954498465" sldId="310"/>
            <ac:picMk id="5" creationId="{99647ADC-2756-4AFB-8F38-45CF84E3A08C}"/>
          </ac:picMkLst>
        </pc:picChg>
      </pc:sldChg>
      <pc:sldChg chg="modSp add mod">
        <pc:chgData name="Иван Климарев" userId="6e07b5d3a3d13876" providerId="LiveId" clId="{15BF4059-9C21-4AC7-B8B0-2E8FBD7CAD7D}" dt="2026-01-03T13:11:39.766" v="174" actId="108"/>
        <pc:sldMkLst>
          <pc:docMk/>
          <pc:sldMk cId="1303716467" sldId="311"/>
        </pc:sldMkLst>
        <pc:spChg chg="mod">
          <ac:chgData name="Иван Климарев" userId="6e07b5d3a3d13876" providerId="LiveId" clId="{15BF4059-9C21-4AC7-B8B0-2E8FBD7CAD7D}" dt="2026-01-03T13:11:39.766" v="174" actId="108"/>
          <ac:spMkLst>
            <pc:docMk/>
            <pc:sldMk cId="1303716467" sldId="311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2:49:41.416" v="125"/>
          <ac:spMkLst>
            <pc:docMk/>
            <pc:sldMk cId="1303716467" sldId="311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3:11:40.478" v="175" actId="2711"/>
        <pc:sldMkLst>
          <pc:docMk/>
          <pc:sldMk cId="973413386" sldId="312"/>
        </pc:sldMkLst>
        <pc:spChg chg="mod">
          <ac:chgData name="Иван Климарев" userId="6e07b5d3a3d13876" providerId="LiveId" clId="{15BF4059-9C21-4AC7-B8B0-2E8FBD7CAD7D}" dt="2026-01-03T13:11:40.478" v="175" actId="2711"/>
          <ac:spMkLst>
            <pc:docMk/>
            <pc:sldMk cId="973413386" sldId="312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3:09:20.734" v="135" actId="20577"/>
          <ac:spMkLst>
            <pc:docMk/>
            <pc:sldMk cId="973413386" sldId="312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3:11:47.556" v="178" actId="12"/>
        <pc:sldMkLst>
          <pc:docMk/>
          <pc:sldMk cId="2900806517" sldId="313"/>
        </pc:sldMkLst>
        <pc:spChg chg="mod">
          <ac:chgData name="Иван Климарев" userId="6e07b5d3a3d13876" providerId="LiveId" clId="{15BF4059-9C21-4AC7-B8B0-2E8FBD7CAD7D}" dt="2026-01-03T13:11:47.556" v="178" actId="12"/>
          <ac:spMkLst>
            <pc:docMk/>
            <pc:sldMk cId="2900806517" sldId="313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3:10:09.049" v="150"/>
          <ac:spMkLst>
            <pc:docMk/>
            <pc:sldMk cId="2900806517" sldId="313"/>
            <ac:spMk id="17" creationId="{00000000-0000-0000-0000-000000000000}"/>
          </ac:spMkLst>
        </pc:spChg>
      </pc:sldChg>
      <pc:sldChg chg="modSp add mod modNotesTx">
        <pc:chgData name="Иван Климарев" userId="6e07b5d3a3d13876" providerId="LiveId" clId="{15BF4059-9C21-4AC7-B8B0-2E8FBD7CAD7D}" dt="2026-01-07T15:44:32.196" v="1347"/>
        <pc:sldMkLst>
          <pc:docMk/>
          <pc:sldMk cId="679463220" sldId="314"/>
        </pc:sldMkLst>
        <pc:spChg chg="mod">
          <ac:chgData name="Иван Климарев" userId="6e07b5d3a3d13876" providerId="LiveId" clId="{15BF4059-9C21-4AC7-B8B0-2E8FBD7CAD7D}" dt="2026-01-03T13:25:14.307" v="290" actId="255"/>
          <ac:spMkLst>
            <pc:docMk/>
            <pc:sldMk cId="679463220" sldId="314"/>
            <ac:spMk id="4" creationId="{A9BFBEC6-A40E-489B-AF1B-DDE31489B983}"/>
          </ac:spMkLst>
        </pc:spChg>
      </pc:sldChg>
      <pc:sldChg chg="modSp add mod">
        <pc:chgData name="Иван Климарев" userId="6e07b5d3a3d13876" providerId="LiveId" clId="{15BF4059-9C21-4AC7-B8B0-2E8FBD7CAD7D}" dt="2026-01-03T13:15:26.523" v="239" actId="12"/>
        <pc:sldMkLst>
          <pc:docMk/>
          <pc:sldMk cId="3701835618" sldId="315"/>
        </pc:sldMkLst>
        <pc:spChg chg="mod">
          <ac:chgData name="Иван Климарев" userId="6e07b5d3a3d13876" providerId="LiveId" clId="{15BF4059-9C21-4AC7-B8B0-2E8FBD7CAD7D}" dt="2026-01-03T13:15:26.523" v="239" actId="12"/>
          <ac:spMkLst>
            <pc:docMk/>
            <pc:sldMk cId="3701835618" sldId="315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3:13:52.491" v="203"/>
          <ac:spMkLst>
            <pc:docMk/>
            <pc:sldMk cId="3701835618" sldId="315"/>
            <ac:spMk id="17" creationId="{00000000-0000-0000-0000-000000000000}"/>
          </ac:spMkLst>
        </pc:spChg>
      </pc:sldChg>
      <pc:sldChg chg="addSp delSp modSp add mod">
        <pc:chgData name="Иван Климарев" userId="6e07b5d3a3d13876" providerId="LiveId" clId="{15BF4059-9C21-4AC7-B8B0-2E8FBD7CAD7D}" dt="2026-01-03T13:15:51.456" v="243" actId="20577"/>
        <pc:sldMkLst>
          <pc:docMk/>
          <pc:sldMk cId="4036536654" sldId="316"/>
        </pc:sldMkLst>
        <pc:spChg chg="add del">
          <ac:chgData name="Иван Климарев" userId="6e07b5d3a3d13876" providerId="LiveId" clId="{15BF4059-9C21-4AC7-B8B0-2E8FBD7CAD7D}" dt="2026-01-03T13:15:09.508" v="229"/>
          <ac:spMkLst>
            <pc:docMk/>
            <pc:sldMk cId="4036536654" sldId="316"/>
            <ac:spMk id="2" creationId="{F3A94FEF-7050-4C51-AA3C-F994FA0F6FF9}"/>
          </ac:spMkLst>
        </pc:spChg>
        <pc:spChg chg="add del">
          <ac:chgData name="Иван Климарев" userId="6e07b5d3a3d13876" providerId="LiveId" clId="{15BF4059-9C21-4AC7-B8B0-2E8FBD7CAD7D}" dt="2026-01-03T13:15:11.959" v="232"/>
          <ac:spMkLst>
            <pc:docMk/>
            <pc:sldMk cId="4036536654" sldId="316"/>
            <ac:spMk id="3" creationId="{F6AA96DA-426F-4B32-A100-0CD99C19894B}"/>
          </ac:spMkLst>
        </pc:spChg>
        <pc:spChg chg="mod">
          <ac:chgData name="Иван Климарев" userId="6e07b5d3a3d13876" providerId="LiveId" clId="{15BF4059-9C21-4AC7-B8B0-2E8FBD7CAD7D}" dt="2026-01-03T13:15:51.456" v="243" actId="20577"/>
          <ac:spMkLst>
            <pc:docMk/>
            <pc:sldMk cId="4036536654" sldId="316"/>
            <ac:spMk id="4" creationId="{A9BFBEC6-A40E-489B-AF1B-DDE31489B983}"/>
          </ac:spMkLst>
        </pc:spChg>
      </pc:sldChg>
      <pc:sldChg chg="addSp delSp modSp add mod">
        <pc:chgData name="Иван Климарев" userId="6e07b5d3a3d13876" providerId="LiveId" clId="{15BF4059-9C21-4AC7-B8B0-2E8FBD7CAD7D}" dt="2026-01-03T13:16:52.491" v="257" actId="20577"/>
        <pc:sldMkLst>
          <pc:docMk/>
          <pc:sldMk cId="2905595193" sldId="317"/>
        </pc:sldMkLst>
        <pc:spChg chg="add del">
          <ac:chgData name="Иван Климарев" userId="6e07b5d3a3d13876" providerId="LiveId" clId="{15BF4059-9C21-4AC7-B8B0-2E8FBD7CAD7D}" dt="2026-01-03T13:16:30.348" v="250"/>
          <ac:spMkLst>
            <pc:docMk/>
            <pc:sldMk cId="2905595193" sldId="317"/>
            <ac:spMk id="2" creationId="{2BEB9471-7900-45CC-928D-E3B80AD1646B}"/>
          </ac:spMkLst>
        </pc:spChg>
        <pc:spChg chg="mod">
          <ac:chgData name="Иван Климарев" userId="6e07b5d3a3d13876" providerId="LiveId" clId="{15BF4059-9C21-4AC7-B8B0-2E8FBD7CAD7D}" dt="2026-01-03T13:16:52.491" v="257" actId="20577"/>
          <ac:spMkLst>
            <pc:docMk/>
            <pc:sldMk cId="2905595193" sldId="317"/>
            <ac:spMk id="4" creationId="{A9BFBEC6-A40E-489B-AF1B-DDE31489B983}"/>
          </ac:spMkLst>
        </pc:spChg>
      </pc:sldChg>
      <pc:sldChg chg="addSp delSp modSp add mod">
        <pc:chgData name="Иван Климарев" userId="6e07b5d3a3d13876" providerId="LiveId" clId="{15BF4059-9C21-4AC7-B8B0-2E8FBD7CAD7D}" dt="2026-01-03T13:17:41.345" v="270" actId="20577"/>
        <pc:sldMkLst>
          <pc:docMk/>
          <pc:sldMk cId="4251603559" sldId="318"/>
        </pc:sldMkLst>
        <pc:spChg chg="add del">
          <ac:chgData name="Иван Климарев" userId="6e07b5d3a3d13876" providerId="LiveId" clId="{15BF4059-9C21-4AC7-B8B0-2E8FBD7CAD7D}" dt="2026-01-03T13:17:22.219" v="264"/>
          <ac:spMkLst>
            <pc:docMk/>
            <pc:sldMk cId="4251603559" sldId="318"/>
            <ac:spMk id="2" creationId="{1D0CDE75-5CCE-4274-9902-C2A8CF52ECEE}"/>
          </ac:spMkLst>
        </pc:spChg>
        <pc:spChg chg="mod">
          <ac:chgData name="Иван Климарев" userId="6e07b5d3a3d13876" providerId="LiveId" clId="{15BF4059-9C21-4AC7-B8B0-2E8FBD7CAD7D}" dt="2026-01-03T13:17:41.345" v="270" actId="20577"/>
          <ac:spMkLst>
            <pc:docMk/>
            <pc:sldMk cId="4251603559" sldId="318"/>
            <ac:spMk id="4" creationId="{A9BFBEC6-A40E-489B-AF1B-DDE31489B983}"/>
          </ac:spMkLst>
        </pc:spChg>
      </pc:sldChg>
      <pc:sldChg chg="modSp add mod">
        <pc:chgData name="Иван Климарев" userId="6e07b5d3a3d13876" providerId="LiveId" clId="{15BF4059-9C21-4AC7-B8B0-2E8FBD7CAD7D}" dt="2026-01-03T13:56:52.560" v="403" actId="12"/>
        <pc:sldMkLst>
          <pc:docMk/>
          <pc:sldMk cId="2804090521" sldId="319"/>
        </pc:sldMkLst>
        <pc:spChg chg="mod">
          <ac:chgData name="Иван Климарев" userId="6e07b5d3a3d13876" providerId="LiveId" clId="{15BF4059-9C21-4AC7-B8B0-2E8FBD7CAD7D}" dt="2026-01-03T13:56:52.560" v="403" actId="12"/>
          <ac:spMkLst>
            <pc:docMk/>
            <pc:sldMk cId="2804090521" sldId="319"/>
            <ac:spMk id="4" creationId="{A9BFBEC6-A40E-489B-AF1B-DDE31489B983}"/>
          </ac:spMkLst>
        </pc:spChg>
      </pc:sldChg>
      <pc:sldChg chg="modSp add mod">
        <pc:chgData name="Иван Климарев" userId="6e07b5d3a3d13876" providerId="LiveId" clId="{15BF4059-9C21-4AC7-B8B0-2E8FBD7CAD7D}" dt="2026-01-03T13:27:24.550" v="303" actId="21"/>
        <pc:sldMkLst>
          <pc:docMk/>
          <pc:sldMk cId="1745032927" sldId="320"/>
        </pc:sldMkLst>
        <pc:spChg chg="mod">
          <ac:chgData name="Иван Климарев" userId="6e07b5d3a3d13876" providerId="LiveId" clId="{15BF4059-9C21-4AC7-B8B0-2E8FBD7CAD7D}" dt="2026-01-03T13:27:24.550" v="303" actId="21"/>
          <ac:spMkLst>
            <pc:docMk/>
            <pc:sldMk cId="1745032927" sldId="320"/>
            <ac:spMk id="4" creationId="{A9BFBEC6-A40E-489B-AF1B-DDE31489B983}"/>
          </ac:spMkLst>
        </pc:spChg>
      </pc:sldChg>
      <pc:sldChg chg="modSp add mod">
        <pc:chgData name="Иван Климарев" userId="6e07b5d3a3d13876" providerId="LiveId" clId="{15BF4059-9C21-4AC7-B8B0-2E8FBD7CAD7D}" dt="2026-01-03T13:27:31.074" v="306" actId="113"/>
        <pc:sldMkLst>
          <pc:docMk/>
          <pc:sldMk cId="1901347618" sldId="321"/>
        </pc:sldMkLst>
        <pc:spChg chg="mod">
          <ac:chgData name="Иван Климарев" userId="6e07b5d3a3d13876" providerId="LiveId" clId="{15BF4059-9C21-4AC7-B8B0-2E8FBD7CAD7D}" dt="2026-01-03T13:27:31.074" v="306" actId="113"/>
          <ac:spMkLst>
            <pc:docMk/>
            <pc:sldMk cId="1901347618" sldId="321"/>
            <ac:spMk id="4" creationId="{A9BFBEC6-A40E-489B-AF1B-DDE31489B983}"/>
          </ac:spMkLst>
        </pc:spChg>
      </pc:sldChg>
      <pc:sldChg chg="modSp add mod">
        <pc:chgData name="Иван Климарев" userId="6e07b5d3a3d13876" providerId="LiveId" clId="{15BF4059-9C21-4AC7-B8B0-2E8FBD7CAD7D}" dt="2026-01-03T13:28:44.623" v="313" actId="12"/>
        <pc:sldMkLst>
          <pc:docMk/>
          <pc:sldMk cId="3694901790" sldId="322"/>
        </pc:sldMkLst>
        <pc:spChg chg="mod">
          <ac:chgData name="Иван Климарев" userId="6e07b5d3a3d13876" providerId="LiveId" clId="{15BF4059-9C21-4AC7-B8B0-2E8FBD7CAD7D}" dt="2026-01-03T13:28:44.623" v="313" actId="12"/>
          <ac:spMkLst>
            <pc:docMk/>
            <pc:sldMk cId="3694901790" sldId="322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3:27:56.564" v="309" actId="12"/>
          <ac:spMkLst>
            <pc:docMk/>
            <pc:sldMk cId="3694901790" sldId="322"/>
            <ac:spMk id="17" creationId="{00000000-0000-0000-0000-000000000000}"/>
          </ac:spMkLst>
        </pc:spChg>
      </pc:sldChg>
      <pc:sldChg chg="modSp add mod replId">
        <pc:chgData name="Иван Климарев" userId="6e07b5d3a3d13876" providerId="LiveId" clId="{15BF4059-9C21-4AC7-B8B0-2E8FBD7CAD7D}" dt="2026-01-03T13:29:02.700" v="314"/>
        <pc:sldMkLst>
          <pc:docMk/>
          <pc:sldMk cId="990104372" sldId="323"/>
        </pc:sldMkLst>
        <pc:spChg chg="mod">
          <ac:chgData name="Иван Климарев" userId="6e07b5d3a3d13876" providerId="LiveId" clId="{15BF4059-9C21-4AC7-B8B0-2E8FBD7CAD7D}" dt="2026-01-03T13:29:02.700" v="314"/>
          <ac:spMkLst>
            <pc:docMk/>
            <pc:sldMk cId="990104372" sldId="323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3:27:59.708" v="310"/>
          <ac:spMkLst>
            <pc:docMk/>
            <pc:sldMk cId="990104372" sldId="323"/>
            <ac:spMk id="17" creationId="{00000000-0000-0000-0000-000000000000}"/>
          </ac:spMkLst>
        </pc:spChg>
      </pc:sldChg>
      <pc:sldChg chg="modSp add mod replId">
        <pc:chgData name="Иван Климарев" userId="6e07b5d3a3d13876" providerId="LiveId" clId="{15BF4059-9C21-4AC7-B8B0-2E8FBD7CAD7D}" dt="2026-01-03T13:29:28.898" v="318" actId="113"/>
        <pc:sldMkLst>
          <pc:docMk/>
          <pc:sldMk cId="3968074301" sldId="324"/>
        </pc:sldMkLst>
        <pc:spChg chg="mod">
          <ac:chgData name="Иван Климарев" userId="6e07b5d3a3d13876" providerId="LiveId" clId="{15BF4059-9C21-4AC7-B8B0-2E8FBD7CAD7D}" dt="2026-01-03T13:29:28.898" v="318" actId="113"/>
          <ac:spMkLst>
            <pc:docMk/>
            <pc:sldMk cId="3968074301" sldId="324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3:28:02.190" v="311"/>
          <ac:spMkLst>
            <pc:docMk/>
            <pc:sldMk cId="3968074301" sldId="324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3:30:27.193" v="325" actId="12"/>
        <pc:sldMkLst>
          <pc:docMk/>
          <pc:sldMk cId="1656336617" sldId="325"/>
        </pc:sldMkLst>
        <pc:spChg chg="mod">
          <ac:chgData name="Иван Климарев" userId="6e07b5d3a3d13876" providerId="LiveId" clId="{15BF4059-9C21-4AC7-B8B0-2E8FBD7CAD7D}" dt="2026-01-03T13:30:27.193" v="325" actId="12"/>
          <ac:spMkLst>
            <pc:docMk/>
            <pc:sldMk cId="1656336617" sldId="325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3:29:52.519" v="321" actId="12"/>
          <ac:spMkLst>
            <pc:docMk/>
            <pc:sldMk cId="1656336617" sldId="325"/>
            <ac:spMk id="17" creationId="{00000000-0000-0000-0000-000000000000}"/>
          </ac:spMkLst>
        </pc:spChg>
      </pc:sldChg>
      <pc:sldChg chg="modSp add mod replId">
        <pc:chgData name="Иван Климарев" userId="6e07b5d3a3d13876" providerId="LiveId" clId="{15BF4059-9C21-4AC7-B8B0-2E8FBD7CAD7D}" dt="2026-01-03T13:30:37.214" v="326"/>
        <pc:sldMkLst>
          <pc:docMk/>
          <pc:sldMk cId="3746998125" sldId="326"/>
        </pc:sldMkLst>
        <pc:spChg chg="mod">
          <ac:chgData name="Иван Климарев" userId="6e07b5d3a3d13876" providerId="LiveId" clId="{15BF4059-9C21-4AC7-B8B0-2E8FBD7CAD7D}" dt="2026-01-03T13:30:37.214" v="326"/>
          <ac:spMkLst>
            <pc:docMk/>
            <pc:sldMk cId="3746998125" sldId="326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3:29:55.639" v="322"/>
          <ac:spMkLst>
            <pc:docMk/>
            <pc:sldMk cId="3746998125" sldId="326"/>
            <ac:spMk id="17" creationId="{00000000-0000-0000-0000-000000000000}"/>
          </ac:spMkLst>
        </pc:spChg>
      </pc:sldChg>
      <pc:sldChg chg="modSp add mod replId">
        <pc:chgData name="Иван Климарев" userId="6e07b5d3a3d13876" providerId="LiveId" clId="{15BF4059-9C21-4AC7-B8B0-2E8FBD7CAD7D}" dt="2026-01-03T13:30:51.650" v="328" actId="6549"/>
        <pc:sldMkLst>
          <pc:docMk/>
          <pc:sldMk cId="4279283883" sldId="327"/>
        </pc:sldMkLst>
        <pc:spChg chg="mod">
          <ac:chgData name="Иван Климарев" userId="6e07b5d3a3d13876" providerId="LiveId" clId="{15BF4059-9C21-4AC7-B8B0-2E8FBD7CAD7D}" dt="2026-01-03T13:30:51.650" v="328" actId="6549"/>
          <ac:spMkLst>
            <pc:docMk/>
            <pc:sldMk cId="4279283883" sldId="327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3:29:57.937" v="323"/>
          <ac:spMkLst>
            <pc:docMk/>
            <pc:sldMk cId="4279283883" sldId="327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3:31:47.766" v="336" actId="12"/>
        <pc:sldMkLst>
          <pc:docMk/>
          <pc:sldMk cId="160345114" sldId="328"/>
        </pc:sldMkLst>
        <pc:spChg chg="mod">
          <ac:chgData name="Иван Климарев" userId="6e07b5d3a3d13876" providerId="LiveId" clId="{15BF4059-9C21-4AC7-B8B0-2E8FBD7CAD7D}" dt="2026-01-03T13:31:47.766" v="336" actId="12"/>
          <ac:spMkLst>
            <pc:docMk/>
            <pc:sldMk cId="160345114" sldId="328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3:31:11.845" v="332"/>
          <ac:spMkLst>
            <pc:docMk/>
            <pc:sldMk cId="160345114" sldId="328"/>
            <ac:spMk id="17" creationId="{00000000-0000-0000-0000-000000000000}"/>
          </ac:spMkLst>
        </pc:spChg>
      </pc:sldChg>
      <pc:sldChg chg="modSp add mod replId">
        <pc:chgData name="Иван Климарев" userId="6e07b5d3a3d13876" providerId="LiveId" clId="{15BF4059-9C21-4AC7-B8B0-2E8FBD7CAD7D}" dt="2026-01-03T13:35:58.207" v="356" actId="20577"/>
        <pc:sldMkLst>
          <pc:docMk/>
          <pc:sldMk cId="3819346454" sldId="329"/>
        </pc:sldMkLst>
        <pc:spChg chg="mod">
          <ac:chgData name="Иван Климарев" userId="6e07b5d3a3d13876" providerId="LiveId" clId="{15BF4059-9C21-4AC7-B8B0-2E8FBD7CAD7D}" dt="2026-01-03T13:35:58.207" v="356" actId="20577"/>
          <ac:spMkLst>
            <pc:docMk/>
            <pc:sldMk cId="3819346454" sldId="329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3:31:15.020" v="333"/>
          <ac:spMkLst>
            <pc:docMk/>
            <pc:sldMk cId="3819346454" sldId="329"/>
            <ac:spMk id="17" creationId="{00000000-0000-0000-0000-000000000000}"/>
          </ac:spMkLst>
        </pc:spChg>
      </pc:sldChg>
      <pc:sldChg chg="modSp add mod replId">
        <pc:chgData name="Иван Климарев" userId="6e07b5d3a3d13876" providerId="LiveId" clId="{15BF4059-9C21-4AC7-B8B0-2E8FBD7CAD7D}" dt="2026-01-03T13:32:45.944" v="340" actId="20577"/>
        <pc:sldMkLst>
          <pc:docMk/>
          <pc:sldMk cId="3267329868" sldId="330"/>
        </pc:sldMkLst>
        <pc:spChg chg="mod">
          <ac:chgData name="Иван Климарев" userId="6e07b5d3a3d13876" providerId="LiveId" clId="{15BF4059-9C21-4AC7-B8B0-2E8FBD7CAD7D}" dt="2026-01-03T13:32:45.944" v="340" actId="20577"/>
          <ac:spMkLst>
            <pc:docMk/>
            <pc:sldMk cId="3267329868" sldId="330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3:31:17.185" v="334"/>
          <ac:spMkLst>
            <pc:docMk/>
            <pc:sldMk cId="3267329868" sldId="330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3:37:15.590" v="361" actId="12"/>
        <pc:sldMkLst>
          <pc:docMk/>
          <pc:sldMk cId="2124784077" sldId="331"/>
        </pc:sldMkLst>
        <pc:spChg chg="mod">
          <ac:chgData name="Иван Климарев" userId="6e07b5d3a3d13876" providerId="LiveId" clId="{15BF4059-9C21-4AC7-B8B0-2E8FBD7CAD7D}" dt="2026-01-03T13:37:15.590" v="361" actId="12"/>
          <ac:spMkLst>
            <pc:docMk/>
            <pc:sldMk cId="2124784077" sldId="331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3:36:54.256" v="357"/>
          <ac:spMkLst>
            <pc:docMk/>
            <pc:sldMk cId="2124784077" sldId="331"/>
            <ac:spMk id="17" creationId="{00000000-0000-0000-0000-000000000000}"/>
          </ac:spMkLst>
        </pc:spChg>
      </pc:sldChg>
      <pc:sldChg chg="modSp add mod replId">
        <pc:chgData name="Иван Климарев" userId="6e07b5d3a3d13876" providerId="LiveId" clId="{15BF4059-9C21-4AC7-B8B0-2E8FBD7CAD7D}" dt="2026-01-03T13:37:29.996" v="364" actId="20577"/>
        <pc:sldMkLst>
          <pc:docMk/>
          <pc:sldMk cId="4242143385" sldId="332"/>
        </pc:sldMkLst>
        <pc:spChg chg="mod">
          <ac:chgData name="Иван Климарев" userId="6e07b5d3a3d13876" providerId="LiveId" clId="{15BF4059-9C21-4AC7-B8B0-2E8FBD7CAD7D}" dt="2026-01-03T13:37:29.996" v="364" actId="20577"/>
          <ac:spMkLst>
            <pc:docMk/>
            <pc:sldMk cId="4242143385" sldId="332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3:36:57.241" v="358"/>
          <ac:spMkLst>
            <pc:docMk/>
            <pc:sldMk cId="4242143385" sldId="332"/>
            <ac:spMk id="17" creationId="{00000000-0000-0000-0000-000000000000}"/>
          </ac:spMkLst>
        </pc:spChg>
      </pc:sldChg>
      <pc:sldChg chg="modSp add mod replId">
        <pc:chgData name="Иван Климарев" userId="6e07b5d3a3d13876" providerId="LiveId" clId="{15BF4059-9C21-4AC7-B8B0-2E8FBD7CAD7D}" dt="2026-01-03T13:37:50.146" v="365"/>
        <pc:sldMkLst>
          <pc:docMk/>
          <pc:sldMk cId="4130700936" sldId="333"/>
        </pc:sldMkLst>
        <pc:spChg chg="mod">
          <ac:chgData name="Иван Климарев" userId="6e07b5d3a3d13876" providerId="LiveId" clId="{15BF4059-9C21-4AC7-B8B0-2E8FBD7CAD7D}" dt="2026-01-03T13:37:50.146" v="365"/>
          <ac:spMkLst>
            <pc:docMk/>
            <pc:sldMk cId="4130700936" sldId="333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3:36:59.915" v="359"/>
          <ac:spMkLst>
            <pc:docMk/>
            <pc:sldMk cId="4130700936" sldId="333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3:38:50.001" v="371" actId="12"/>
        <pc:sldMkLst>
          <pc:docMk/>
          <pc:sldMk cId="1721548811" sldId="334"/>
        </pc:sldMkLst>
        <pc:spChg chg="mod">
          <ac:chgData name="Иван Климарев" userId="6e07b5d3a3d13876" providerId="LiveId" clId="{15BF4059-9C21-4AC7-B8B0-2E8FBD7CAD7D}" dt="2026-01-03T13:38:50.001" v="371" actId="12"/>
          <ac:spMkLst>
            <pc:docMk/>
            <pc:sldMk cId="1721548811" sldId="334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3:38:30.237" v="367"/>
          <ac:spMkLst>
            <pc:docMk/>
            <pc:sldMk cId="1721548811" sldId="334"/>
            <ac:spMk id="17" creationId="{00000000-0000-0000-0000-000000000000}"/>
          </ac:spMkLst>
        </pc:spChg>
      </pc:sldChg>
      <pc:sldChg chg="modSp add mod replId">
        <pc:chgData name="Иван Климарев" userId="6e07b5d3a3d13876" providerId="LiveId" clId="{15BF4059-9C21-4AC7-B8B0-2E8FBD7CAD7D}" dt="2026-01-03T13:39:04.277" v="373" actId="5793"/>
        <pc:sldMkLst>
          <pc:docMk/>
          <pc:sldMk cId="917485614" sldId="335"/>
        </pc:sldMkLst>
        <pc:spChg chg="mod">
          <ac:chgData name="Иван Климарев" userId="6e07b5d3a3d13876" providerId="LiveId" clId="{15BF4059-9C21-4AC7-B8B0-2E8FBD7CAD7D}" dt="2026-01-03T13:39:04.277" v="373" actId="5793"/>
          <ac:spMkLst>
            <pc:docMk/>
            <pc:sldMk cId="917485614" sldId="335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3:38:32.279" v="368"/>
          <ac:spMkLst>
            <pc:docMk/>
            <pc:sldMk cId="917485614" sldId="335"/>
            <ac:spMk id="17" creationId="{00000000-0000-0000-0000-000000000000}"/>
          </ac:spMkLst>
        </pc:spChg>
      </pc:sldChg>
      <pc:sldChg chg="modSp add mod replId">
        <pc:chgData name="Иван Климарев" userId="6e07b5d3a3d13876" providerId="LiveId" clId="{15BF4059-9C21-4AC7-B8B0-2E8FBD7CAD7D}" dt="2026-01-03T13:39:16.375" v="374"/>
        <pc:sldMkLst>
          <pc:docMk/>
          <pc:sldMk cId="1408494730" sldId="336"/>
        </pc:sldMkLst>
        <pc:spChg chg="mod">
          <ac:chgData name="Иван Климарев" userId="6e07b5d3a3d13876" providerId="LiveId" clId="{15BF4059-9C21-4AC7-B8B0-2E8FBD7CAD7D}" dt="2026-01-03T13:39:16.375" v="374"/>
          <ac:spMkLst>
            <pc:docMk/>
            <pc:sldMk cId="1408494730" sldId="336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3:38:34.570" v="369"/>
          <ac:spMkLst>
            <pc:docMk/>
            <pc:sldMk cId="1408494730" sldId="336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3:40:01.007" v="380" actId="12"/>
        <pc:sldMkLst>
          <pc:docMk/>
          <pc:sldMk cId="3040084897" sldId="337"/>
        </pc:sldMkLst>
        <pc:spChg chg="mod">
          <ac:chgData name="Иван Климарев" userId="6e07b5d3a3d13876" providerId="LiveId" clId="{15BF4059-9C21-4AC7-B8B0-2E8FBD7CAD7D}" dt="2026-01-03T13:40:01.007" v="380" actId="12"/>
          <ac:spMkLst>
            <pc:docMk/>
            <pc:sldMk cId="3040084897" sldId="337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3:39:46.564" v="376"/>
          <ac:spMkLst>
            <pc:docMk/>
            <pc:sldMk cId="3040084897" sldId="337"/>
            <ac:spMk id="17" creationId="{00000000-0000-0000-0000-000000000000}"/>
          </ac:spMkLst>
        </pc:spChg>
      </pc:sldChg>
      <pc:sldChg chg="modSp add mod replId">
        <pc:chgData name="Иван Климарев" userId="6e07b5d3a3d13876" providerId="LiveId" clId="{15BF4059-9C21-4AC7-B8B0-2E8FBD7CAD7D}" dt="2026-01-03T13:40:13.718" v="381"/>
        <pc:sldMkLst>
          <pc:docMk/>
          <pc:sldMk cId="1058261490" sldId="338"/>
        </pc:sldMkLst>
        <pc:spChg chg="mod">
          <ac:chgData name="Иван Климарев" userId="6e07b5d3a3d13876" providerId="LiveId" clId="{15BF4059-9C21-4AC7-B8B0-2E8FBD7CAD7D}" dt="2026-01-03T13:40:13.718" v="381"/>
          <ac:spMkLst>
            <pc:docMk/>
            <pc:sldMk cId="1058261490" sldId="338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3:39:48.919" v="377"/>
          <ac:spMkLst>
            <pc:docMk/>
            <pc:sldMk cId="1058261490" sldId="338"/>
            <ac:spMk id="17" creationId="{00000000-0000-0000-0000-000000000000}"/>
          </ac:spMkLst>
        </pc:spChg>
      </pc:sldChg>
      <pc:sldChg chg="modSp add mod replId">
        <pc:chgData name="Иван Климарев" userId="6e07b5d3a3d13876" providerId="LiveId" clId="{15BF4059-9C21-4AC7-B8B0-2E8FBD7CAD7D}" dt="2026-01-03T13:40:27.839" v="382"/>
        <pc:sldMkLst>
          <pc:docMk/>
          <pc:sldMk cId="2763678289" sldId="339"/>
        </pc:sldMkLst>
        <pc:spChg chg="mod">
          <ac:chgData name="Иван Климарев" userId="6e07b5d3a3d13876" providerId="LiveId" clId="{15BF4059-9C21-4AC7-B8B0-2E8FBD7CAD7D}" dt="2026-01-03T13:40:27.839" v="382"/>
          <ac:spMkLst>
            <pc:docMk/>
            <pc:sldMk cId="2763678289" sldId="339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3:39:50.922" v="378"/>
          <ac:spMkLst>
            <pc:docMk/>
            <pc:sldMk cId="2763678289" sldId="339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3:41:36.153" v="391" actId="12"/>
        <pc:sldMkLst>
          <pc:docMk/>
          <pc:sldMk cId="3008641177" sldId="340"/>
        </pc:sldMkLst>
        <pc:spChg chg="mod">
          <ac:chgData name="Иван Климарев" userId="6e07b5d3a3d13876" providerId="LiveId" clId="{15BF4059-9C21-4AC7-B8B0-2E8FBD7CAD7D}" dt="2026-01-03T13:41:36.153" v="391" actId="12"/>
          <ac:spMkLst>
            <pc:docMk/>
            <pc:sldMk cId="3008641177" sldId="340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3:41:02.504" v="384"/>
          <ac:spMkLst>
            <pc:docMk/>
            <pc:sldMk cId="3008641177" sldId="340"/>
            <ac:spMk id="17" creationId="{00000000-0000-0000-0000-000000000000}"/>
          </ac:spMkLst>
        </pc:spChg>
      </pc:sldChg>
      <pc:sldChg chg="modSp add mod replId">
        <pc:chgData name="Иван Климарев" userId="6e07b5d3a3d13876" providerId="LiveId" clId="{15BF4059-9C21-4AC7-B8B0-2E8FBD7CAD7D}" dt="2026-01-03T13:41:51.022" v="393" actId="12"/>
        <pc:sldMkLst>
          <pc:docMk/>
          <pc:sldMk cId="1351114551" sldId="341"/>
        </pc:sldMkLst>
        <pc:spChg chg="mod">
          <ac:chgData name="Иван Климарев" userId="6e07b5d3a3d13876" providerId="LiveId" clId="{15BF4059-9C21-4AC7-B8B0-2E8FBD7CAD7D}" dt="2026-01-03T13:41:51.022" v="393" actId="12"/>
          <ac:spMkLst>
            <pc:docMk/>
            <pc:sldMk cId="1351114551" sldId="341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3:41:05.615" v="385"/>
          <ac:spMkLst>
            <pc:docMk/>
            <pc:sldMk cId="1351114551" sldId="341"/>
            <ac:spMk id="17" creationId="{00000000-0000-0000-0000-000000000000}"/>
          </ac:spMkLst>
        </pc:spChg>
      </pc:sldChg>
      <pc:sldChg chg="modSp add del mod replId">
        <pc:chgData name="Иван Климарев" userId="6e07b5d3a3d13876" providerId="LiveId" clId="{15BF4059-9C21-4AC7-B8B0-2E8FBD7CAD7D}" dt="2026-01-03T13:42:01.660" v="395" actId="47"/>
        <pc:sldMkLst>
          <pc:docMk/>
          <pc:sldMk cId="610515795" sldId="342"/>
        </pc:sldMkLst>
        <pc:spChg chg="mod">
          <ac:chgData name="Иван Климарев" userId="6e07b5d3a3d13876" providerId="LiveId" clId="{15BF4059-9C21-4AC7-B8B0-2E8FBD7CAD7D}" dt="2026-01-03T13:41:07.652" v="386"/>
          <ac:spMkLst>
            <pc:docMk/>
            <pc:sldMk cId="610515795" sldId="342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3:42:50.965" v="400" actId="12"/>
        <pc:sldMkLst>
          <pc:docMk/>
          <pc:sldMk cId="263291520" sldId="343"/>
        </pc:sldMkLst>
        <pc:spChg chg="mod">
          <ac:chgData name="Иван Климарев" userId="6e07b5d3a3d13876" providerId="LiveId" clId="{15BF4059-9C21-4AC7-B8B0-2E8FBD7CAD7D}" dt="2026-01-03T13:42:50.965" v="400" actId="12"/>
          <ac:spMkLst>
            <pc:docMk/>
            <pc:sldMk cId="263291520" sldId="343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3:42:31.053" v="396"/>
          <ac:spMkLst>
            <pc:docMk/>
            <pc:sldMk cId="263291520" sldId="343"/>
            <ac:spMk id="17" creationId="{00000000-0000-0000-0000-000000000000}"/>
          </ac:spMkLst>
        </pc:spChg>
      </pc:sldChg>
      <pc:sldChg chg="modSp add mod replId">
        <pc:chgData name="Иван Климарев" userId="6e07b5d3a3d13876" providerId="LiveId" clId="{15BF4059-9C21-4AC7-B8B0-2E8FBD7CAD7D}" dt="2026-01-03T13:43:02.013" v="401"/>
        <pc:sldMkLst>
          <pc:docMk/>
          <pc:sldMk cId="3478158490" sldId="344"/>
        </pc:sldMkLst>
        <pc:spChg chg="mod">
          <ac:chgData name="Иван Климарев" userId="6e07b5d3a3d13876" providerId="LiveId" clId="{15BF4059-9C21-4AC7-B8B0-2E8FBD7CAD7D}" dt="2026-01-03T13:43:02.013" v="401"/>
          <ac:spMkLst>
            <pc:docMk/>
            <pc:sldMk cId="3478158490" sldId="344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3:42:33.728" v="397"/>
          <ac:spMkLst>
            <pc:docMk/>
            <pc:sldMk cId="3478158490" sldId="344"/>
            <ac:spMk id="17" creationId="{00000000-0000-0000-0000-000000000000}"/>
          </ac:spMkLst>
        </pc:spChg>
      </pc:sldChg>
      <pc:sldChg chg="modSp add mod replId">
        <pc:chgData name="Иван Климарев" userId="6e07b5d3a3d13876" providerId="LiveId" clId="{15BF4059-9C21-4AC7-B8B0-2E8FBD7CAD7D}" dt="2026-01-03T13:43:11.742" v="402"/>
        <pc:sldMkLst>
          <pc:docMk/>
          <pc:sldMk cId="646964497" sldId="345"/>
        </pc:sldMkLst>
        <pc:spChg chg="mod">
          <ac:chgData name="Иван Климарев" userId="6e07b5d3a3d13876" providerId="LiveId" clId="{15BF4059-9C21-4AC7-B8B0-2E8FBD7CAD7D}" dt="2026-01-03T13:43:11.742" v="402"/>
          <ac:spMkLst>
            <pc:docMk/>
            <pc:sldMk cId="646964497" sldId="345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3:42:35.972" v="398"/>
          <ac:spMkLst>
            <pc:docMk/>
            <pc:sldMk cId="646964497" sldId="345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3:57:31.401" v="410" actId="20577"/>
        <pc:sldMkLst>
          <pc:docMk/>
          <pc:sldMk cId="4143266680" sldId="346"/>
        </pc:sldMkLst>
        <pc:spChg chg="mod">
          <ac:chgData name="Иван Климарев" userId="6e07b5d3a3d13876" providerId="LiveId" clId="{15BF4059-9C21-4AC7-B8B0-2E8FBD7CAD7D}" dt="2026-01-03T13:57:31.401" v="410" actId="20577"/>
          <ac:spMkLst>
            <pc:docMk/>
            <pc:sldMk cId="4143266680" sldId="346"/>
            <ac:spMk id="4" creationId="{A9BFBEC6-A40E-489B-AF1B-DDE31489B983}"/>
          </ac:spMkLst>
        </pc:spChg>
      </pc:sldChg>
      <pc:sldChg chg="modSp add mod">
        <pc:chgData name="Иван Климарев" userId="6e07b5d3a3d13876" providerId="LiveId" clId="{15BF4059-9C21-4AC7-B8B0-2E8FBD7CAD7D}" dt="2026-01-03T14:00:56.669" v="430" actId="12"/>
        <pc:sldMkLst>
          <pc:docMk/>
          <pc:sldMk cId="3810491711" sldId="347"/>
        </pc:sldMkLst>
        <pc:spChg chg="mod">
          <ac:chgData name="Иван Климарев" userId="6e07b5d3a3d13876" providerId="LiveId" clId="{15BF4059-9C21-4AC7-B8B0-2E8FBD7CAD7D}" dt="2026-01-03T14:00:56.669" v="430" actId="12"/>
          <ac:spMkLst>
            <pc:docMk/>
            <pc:sldMk cId="3810491711" sldId="347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3:59:30.380" v="416"/>
          <ac:spMkLst>
            <pc:docMk/>
            <pc:sldMk cId="3810491711" sldId="347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4:03:33.792" v="506" actId="20577"/>
        <pc:sldMkLst>
          <pc:docMk/>
          <pc:sldMk cId="3539200788" sldId="348"/>
        </pc:sldMkLst>
        <pc:spChg chg="mod">
          <ac:chgData name="Иван Климарев" userId="6e07b5d3a3d13876" providerId="LiveId" clId="{15BF4059-9C21-4AC7-B8B0-2E8FBD7CAD7D}" dt="2026-01-03T14:03:33.792" v="506" actId="20577"/>
          <ac:spMkLst>
            <pc:docMk/>
            <pc:sldMk cId="3539200788" sldId="348"/>
            <ac:spMk id="4" creationId="{A9BFBEC6-A40E-489B-AF1B-DDE31489B983}"/>
          </ac:spMkLst>
        </pc:spChg>
      </pc:sldChg>
      <pc:sldChg chg="modSp add mod">
        <pc:chgData name="Иван Климарев" userId="6e07b5d3a3d13876" providerId="LiveId" clId="{15BF4059-9C21-4AC7-B8B0-2E8FBD7CAD7D}" dt="2026-01-03T14:04:20.185" v="509" actId="12"/>
        <pc:sldMkLst>
          <pc:docMk/>
          <pc:sldMk cId="617020196" sldId="349"/>
        </pc:sldMkLst>
        <pc:spChg chg="mod">
          <ac:chgData name="Иван Климарев" userId="6e07b5d3a3d13876" providerId="LiveId" clId="{15BF4059-9C21-4AC7-B8B0-2E8FBD7CAD7D}" dt="2026-01-03T14:04:20.185" v="509" actId="12"/>
          <ac:spMkLst>
            <pc:docMk/>
            <pc:sldMk cId="617020196" sldId="349"/>
            <ac:spMk id="4" creationId="{A9BFBEC6-A40E-489B-AF1B-DDE31489B983}"/>
          </ac:spMkLst>
        </pc:spChg>
      </pc:sldChg>
      <pc:sldChg chg="modSp add mod">
        <pc:chgData name="Иван Климарев" userId="6e07b5d3a3d13876" providerId="LiveId" clId="{15BF4059-9C21-4AC7-B8B0-2E8FBD7CAD7D}" dt="2026-01-03T14:04:44.166" v="512" actId="12"/>
        <pc:sldMkLst>
          <pc:docMk/>
          <pc:sldMk cId="684093988" sldId="350"/>
        </pc:sldMkLst>
        <pc:spChg chg="mod">
          <ac:chgData name="Иван Климарев" userId="6e07b5d3a3d13876" providerId="LiveId" clId="{15BF4059-9C21-4AC7-B8B0-2E8FBD7CAD7D}" dt="2026-01-03T14:04:44.166" v="512" actId="12"/>
          <ac:spMkLst>
            <pc:docMk/>
            <pc:sldMk cId="684093988" sldId="350"/>
            <ac:spMk id="4" creationId="{A9BFBEC6-A40E-489B-AF1B-DDE31489B983}"/>
          </ac:spMkLst>
        </pc:spChg>
      </pc:sldChg>
      <pc:sldChg chg="modSp add mod modNotesTx">
        <pc:chgData name="Иван Климарев" userId="6e07b5d3a3d13876" providerId="LiveId" clId="{15BF4059-9C21-4AC7-B8B0-2E8FBD7CAD7D}" dt="2026-01-07T15:49:20.069" v="1358"/>
        <pc:sldMkLst>
          <pc:docMk/>
          <pc:sldMk cId="1768084394" sldId="351"/>
        </pc:sldMkLst>
        <pc:spChg chg="mod">
          <ac:chgData name="Иван Климарев" userId="6e07b5d3a3d13876" providerId="LiveId" clId="{15BF4059-9C21-4AC7-B8B0-2E8FBD7CAD7D}" dt="2026-01-03T14:05:12.810" v="515" actId="12"/>
          <ac:spMkLst>
            <pc:docMk/>
            <pc:sldMk cId="1768084394" sldId="351"/>
            <ac:spMk id="4" creationId="{A9BFBEC6-A40E-489B-AF1B-DDE31489B983}"/>
          </ac:spMkLst>
        </pc:spChg>
      </pc:sldChg>
      <pc:sldChg chg="modSp add mod modNotesTx">
        <pc:chgData name="Иван Климарев" userId="6e07b5d3a3d13876" providerId="LiveId" clId="{15BF4059-9C21-4AC7-B8B0-2E8FBD7CAD7D}" dt="2026-01-07T15:49:08.063" v="1357"/>
        <pc:sldMkLst>
          <pc:docMk/>
          <pc:sldMk cId="4188565795" sldId="352"/>
        </pc:sldMkLst>
        <pc:spChg chg="mod">
          <ac:chgData name="Иван Климарев" userId="6e07b5d3a3d13876" providerId="LiveId" clId="{15BF4059-9C21-4AC7-B8B0-2E8FBD7CAD7D}" dt="2026-01-03T14:06:00.871" v="536" actId="12"/>
          <ac:spMkLst>
            <pc:docMk/>
            <pc:sldMk cId="4188565795" sldId="352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4:05:37.652" v="533" actId="20577"/>
          <ac:spMkLst>
            <pc:docMk/>
            <pc:sldMk cId="4188565795" sldId="352"/>
            <ac:spMk id="17" creationId="{00000000-0000-0000-0000-000000000000}"/>
          </ac:spMkLst>
        </pc:spChg>
      </pc:sldChg>
      <pc:sldChg chg="addSp modSp add mod chgLayout">
        <pc:chgData name="Иван Климарев" userId="6e07b5d3a3d13876" providerId="LiveId" clId="{15BF4059-9C21-4AC7-B8B0-2E8FBD7CAD7D}" dt="2026-01-03T14:07:22.709" v="550" actId="1076"/>
        <pc:sldMkLst>
          <pc:docMk/>
          <pc:sldMk cId="1832249862" sldId="353"/>
        </pc:sldMkLst>
        <pc:spChg chg="mod">
          <ac:chgData name="Иван Климарев" userId="6e07b5d3a3d13876" providerId="LiveId" clId="{15BF4059-9C21-4AC7-B8B0-2E8FBD7CAD7D}" dt="2026-01-03T14:06:47.046" v="543" actId="6549"/>
          <ac:spMkLst>
            <pc:docMk/>
            <pc:sldMk cId="1832249862" sldId="353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4:06:38.532" v="540"/>
          <ac:spMkLst>
            <pc:docMk/>
            <pc:sldMk cId="1832249862" sldId="353"/>
            <ac:spMk id="17" creationId="{00000000-0000-0000-0000-000000000000}"/>
          </ac:spMkLst>
        </pc:spChg>
        <pc:graphicFrameChg chg="add mod modGraphic">
          <ac:chgData name="Иван Климарев" userId="6e07b5d3a3d13876" providerId="LiveId" clId="{15BF4059-9C21-4AC7-B8B0-2E8FBD7CAD7D}" dt="2026-01-03T14:07:22.709" v="550" actId="1076"/>
          <ac:graphicFrameMkLst>
            <pc:docMk/>
            <pc:sldMk cId="1832249862" sldId="353"/>
            <ac:graphicFrameMk id="2" creationId="{6E00BD8A-8655-4106-ABAC-924258A725FD}"/>
          </ac:graphicFrameMkLst>
        </pc:graphicFrameChg>
      </pc:sldChg>
      <pc:sldChg chg="addSp delSp modSp add mod">
        <pc:chgData name="Иван Климарев" userId="6e07b5d3a3d13876" providerId="LiveId" clId="{15BF4059-9C21-4AC7-B8B0-2E8FBD7CAD7D}" dt="2026-01-03T14:09:41.590" v="561" actId="1076"/>
        <pc:sldMkLst>
          <pc:docMk/>
          <pc:sldMk cId="3501095574" sldId="354"/>
        </pc:sldMkLst>
        <pc:spChg chg="add del">
          <ac:chgData name="Иван Климарев" userId="6e07b5d3a3d13876" providerId="LiveId" clId="{15BF4059-9C21-4AC7-B8B0-2E8FBD7CAD7D}" dt="2026-01-03T14:09:27.895" v="557" actId="22"/>
          <ac:spMkLst>
            <pc:docMk/>
            <pc:sldMk cId="3501095574" sldId="354"/>
            <ac:spMk id="7" creationId="{DFABAB78-647B-4810-8FA8-A3B4CB21CC1F}"/>
          </ac:spMkLst>
        </pc:spChg>
        <pc:spChg chg="mod">
          <ac:chgData name="Иван Климарев" userId="6e07b5d3a3d13876" providerId="LiveId" clId="{15BF4059-9C21-4AC7-B8B0-2E8FBD7CAD7D}" dt="2026-01-03T14:07:37.037" v="554"/>
          <ac:spMkLst>
            <pc:docMk/>
            <pc:sldMk cId="3501095574" sldId="354"/>
            <ac:spMk id="17" creationId="{00000000-0000-0000-0000-000000000000}"/>
          </ac:spMkLst>
        </pc:spChg>
        <pc:graphicFrameChg chg="del">
          <ac:chgData name="Иван Климарев" userId="6e07b5d3a3d13876" providerId="LiveId" clId="{15BF4059-9C21-4AC7-B8B0-2E8FBD7CAD7D}" dt="2026-01-03T14:07:39.211" v="555" actId="478"/>
          <ac:graphicFrameMkLst>
            <pc:docMk/>
            <pc:sldMk cId="3501095574" sldId="354"/>
            <ac:graphicFrameMk id="2" creationId="{6E00BD8A-8655-4106-ABAC-924258A725FD}"/>
          </ac:graphicFrameMkLst>
        </pc:graphicFrameChg>
        <pc:picChg chg="add mod">
          <ac:chgData name="Иван Климарев" userId="6e07b5d3a3d13876" providerId="LiveId" clId="{15BF4059-9C21-4AC7-B8B0-2E8FBD7CAD7D}" dt="2026-01-03T14:09:41.590" v="561" actId="1076"/>
          <ac:picMkLst>
            <pc:docMk/>
            <pc:sldMk cId="3501095574" sldId="354"/>
            <ac:picMk id="4098" creationId="{0FC1A911-60D9-46D1-B031-319FABE1432F}"/>
          </ac:picMkLst>
        </pc:picChg>
      </pc:sldChg>
      <pc:sldChg chg="modSp add del mod ord modNotesTx">
        <pc:chgData name="Иван Климарев" userId="6e07b5d3a3d13876" providerId="LiveId" clId="{15BF4059-9C21-4AC7-B8B0-2E8FBD7CAD7D}" dt="2026-01-07T15:45:15.066" v="1348"/>
        <pc:sldMkLst>
          <pc:docMk/>
          <pc:sldMk cId="128663359" sldId="355"/>
        </pc:sldMkLst>
        <pc:spChg chg="mod">
          <ac:chgData name="Иван Климарев" userId="6e07b5d3a3d13876" providerId="LiveId" clId="{15BF4059-9C21-4AC7-B8B0-2E8FBD7CAD7D}" dt="2026-01-03T14:25:41.150" v="580" actId="20577"/>
          <ac:spMkLst>
            <pc:docMk/>
            <pc:sldMk cId="128663359" sldId="355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4:25:57.882" v="584"/>
          <ac:spMkLst>
            <pc:docMk/>
            <pc:sldMk cId="128663359" sldId="355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4:26:27.981" v="596" actId="20577"/>
        <pc:sldMkLst>
          <pc:docMk/>
          <pc:sldMk cId="541353063" sldId="356"/>
        </pc:sldMkLst>
        <pc:spChg chg="mod">
          <ac:chgData name="Иван Климарев" userId="6e07b5d3a3d13876" providerId="LiveId" clId="{15BF4059-9C21-4AC7-B8B0-2E8FBD7CAD7D}" dt="2026-01-03T14:26:27.981" v="596" actId="20577"/>
          <ac:spMkLst>
            <pc:docMk/>
            <pc:sldMk cId="541353063" sldId="356"/>
            <ac:spMk id="4" creationId="{A9BFBEC6-A40E-489B-AF1B-DDE31489B983}"/>
          </ac:spMkLst>
        </pc:spChg>
      </pc:sldChg>
      <pc:sldChg chg="modSp add mod">
        <pc:chgData name="Иван Климарев" userId="6e07b5d3a3d13876" providerId="LiveId" clId="{15BF4059-9C21-4AC7-B8B0-2E8FBD7CAD7D}" dt="2026-01-03T14:27:15.685" v="602" actId="12"/>
        <pc:sldMkLst>
          <pc:docMk/>
          <pc:sldMk cId="350239397" sldId="357"/>
        </pc:sldMkLst>
        <pc:spChg chg="mod">
          <ac:chgData name="Иван Климарев" userId="6e07b5d3a3d13876" providerId="LiveId" clId="{15BF4059-9C21-4AC7-B8B0-2E8FBD7CAD7D}" dt="2026-01-03T14:27:15.685" v="602" actId="12"/>
          <ac:spMkLst>
            <pc:docMk/>
            <pc:sldMk cId="350239397" sldId="357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4:26:47.834" v="600"/>
          <ac:spMkLst>
            <pc:docMk/>
            <pc:sldMk cId="350239397" sldId="357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4:27:52.438" v="610" actId="12"/>
        <pc:sldMkLst>
          <pc:docMk/>
          <pc:sldMk cId="3887391157" sldId="358"/>
        </pc:sldMkLst>
        <pc:spChg chg="mod">
          <ac:chgData name="Иван Климарев" userId="6e07b5d3a3d13876" providerId="LiveId" clId="{15BF4059-9C21-4AC7-B8B0-2E8FBD7CAD7D}" dt="2026-01-03T14:27:52.438" v="610" actId="12"/>
          <ac:spMkLst>
            <pc:docMk/>
            <pc:sldMk cId="3887391157" sldId="358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4:27:30.030" v="608"/>
          <ac:spMkLst>
            <pc:docMk/>
            <pc:sldMk cId="3887391157" sldId="358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4:28:42.463" v="616" actId="12"/>
        <pc:sldMkLst>
          <pc:docMk/>
          <pc:sldMk cId="2132533854" sldId="359"/>
        </pc:sldMkLst>
        <pc:spChg chg="mod">
          <ac:chgData name="Иван Климарев" userId="6e07b5d3a3d13876" providerId="LiveId" clId="{15BF4059-9C21-4AC7-B8B0-2E8FBD7CAD7D}" dt="2026-01-03T14:28:42.463" v="616" actId="12"/>
          <ac:spMkLst>
            <pc:docMk/>
            <pc:sldMk cId="2132533854" sldId="359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4:28:23.992" v="614"/>
          <ac:spMkLst>
            <pc:docMk/>
            <pc:sldMk cId="2132533854" sldId="359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4:29:18.840" v="622" actId="12"/>
        <pc:sldMkLst>
          <pc:docMk/>
          <pc:sldMk cId="38812245" sldId="360"/>
        </pc:sldMkLst>
        <pc:spChg chg="mod">
          <ac:chgData name="Иван Климарев" userId="6e07b5d3a3d13876" providerId="LiveId" clId="{15BF4059-9C21-4AC7-B8B0-2E8FBD7CAD7D}" dt="2026-01-03T14:29:18.840" v="622" actId="12"/>
          <ac:spMkLst>
            <pc:docMk/>
            <pc:sldMk cId="38812245" sldId="360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4:28:55.127" v="620"/>
          <ac:spMkLst>
            <pc:docMk/>
            <pc:sldMk cId="38812245" sldId="360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4:29:54.684" v="628" actId="12"/>
        <pc:sldMkLst>
          <pc:docMk/>
          <pc:sldMk cId="605200970" sldId="361"/>
        </pc:sldMkLst>
        <pc:spChg chg="mod">
          <ac:chgData name="Иван Климарев" userId="6e07b5d3a3d13876" providerId="LiveId" clId="{15BF4059-9C21-4AC7-B8B0-2E8FBD7CAD7D}" dt="2026-01-03T14:29:54.684" v="628" actId="12"/>
          <ac:spMkLst>
            <pc:docMk/>
            <pc:sldMk cId="605200970" sldId="361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4:29:33.800" v="626"/>
          <ac:spMkLst>
            <pc:docMk/>
            <pc:sldMk cId="605200970" sldId="361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4:30:44.570" v="634" actId="12"/>
        <pc:sldMkLst>
          <pc:docMk/>
          <pc:sldMk cId="446580520" sldId="362"/>
        </pc:sldMkLst>
        <pc:spChg chg="mod">
          <ac:chgData name="Иван Климарев" userId="6e07b5d3a3d13876" providerId="LiveId" clId="{15BF4059-9C21-4AC7-B8B0-2E8FBD7CAD7D}" dt="2026-01-03T14:30:44.570" v="634" actId="12"/>
          <ac:spMkLst>
            <pc:docMk/>
            <pc:sldMk cId="446580520" sldId="362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4:30:21.616" v="632"/>
          <ac:spMkLst>
            <pc:docMk/>
            <pc:sldMk cId="446580520" sldId="362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4:31:30.504" v="640" actId="12"/>
        <pc:sldMkLst>
          <pc:docMk/>
          <pc:sldMk cId="1214667341" sldId="363"/>
        </pc:sldMkLst>
        <pc:spChg chg="mod">
          <ac:chgData name="Иван Климарев" userId="6e07b5d3a3d13876" providerId="LiveId" clId="{15BF4059-9C21-4AC7-B8B0-2E8FBD7CAD7D}" dt="2026-01-03T14:31:30.504" v="640" actId="12"/>
          <ac:spMkLst>
            <pc:docMk/>
            <pc:sldMk cId="1214667341" sldId="363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4:31:06.617" v="638"/>
          <ac:spMkLst>
            <pc:docMk/>
            <pc:sldMk cId="1214667341" sldId="363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4:31:59.668" v="646" actId="12"/>
        <pc:sldMkLst>
          <pc:docMk/>
          <pc:sldMk cId="653451484" sldId="364"/>
        </pc:sldMkLst>
        <pc:spChg chg="mod">
          <ac:chgData name="Иван Климарев" userId="6e07b5d3a3d13876" providerId="LiveId" clId="{15BF4059-9C21-4AC7-B8B0-2E8FBD7CAD7D}" dt="2026-01-03T14:31:59.668" v="646" actId="12"/>
          <ac:spMkLst>
            <pc:docMk/>
            <pc:sldMk cId="653451484" sldId="364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4:31:42.304" v="644"/>
          <ac:spMkLst>
            <pc:docMk/>
            <pc:sldMk cId="653451484" sldId="364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4:32:49.088" v="652" actId="12"/>
        <pc:sldMkLst>
          <pc:docMk/>
          <pc:sldMk cId="1689025081" sldId="365"/>
        </pc:sldMkLst>
        <pc:spChg chg="mod">
          <ac:chgData name="Иван Климарев" userId="6e07b5d3a3d13876" providerId="LiveId" clId="{15BF4059-9C21-4AC7-B8B0-2E8FBD7CAD7D}" dt="2026-01-03T14:32:49.088" v="652" actId="12"/>
          <ac:spMkLst>
            <pc:docMk/>
            <pc:sldMk cId="1689025081" sldId="365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4:32:32.776" v="650"/>
          <ac:spMkLst>
            <pc:docMk/>
            <pc:sldMk cId="1689025081" sldId="365"/>
            <ac:spMk id="17" creationId="{00000000-0000-0000-0000-000000000000}"/>
          </ac:spMkLst>
        </pc:spChg>
      </pc:sldChg>
      <pc:sldChg chg="modSp add mod ord">
        <pc:chgData name="Иван Климарев" userId="6e07b5d3a3d13876" providerId="LiveId" clId="{15BF4059-9C21-4AC7-B8B0-2E8FBD7CAD7D}" dt="2026-01-03T14:33:26.557" v="659"/>
        <pc:sldMkLst>
          <pc:docMk/>
          <pc:sldMk cId="1571404878" sldId="366"/>
        </pc:sldMkLst>
        <pc:spChg chg="mod">
          <ac:chgData name="Иван Климарев" userId="6e07b5d3a3d13876" providerId="LiveId" clId="{15BF4059-9C21-4AC7-B8B0-2E8FBD7CAD7D}" dt="2026-01-03T14:33:26.557" v="659"/>
          <ac:spMkLst>
            <pc:docMk/>
            <pc:sldMk cId="1571404878" sldId="366"/>
            <ac:spMk id="4" creationId="{A9BFBEC6-A40E-489B-AF1B-DDE31489B983}"/>
          </ac:spMkLst>
        </pc:spChg>
      </pc:sldChg>
      <pc:sldChg chg="modSp add mod ord">
        <pc:chgData name="Иван Климарев" userId="6e07b5d3a3d13876" providerId="LiveId" clId="{15BF4059-9C21-4AC7-B8B0-2E8FBD7CAD7D}" dt="2026-01-03T14:39:44.732" v="701" actId="6549"/>
        <pc:sldMkLst>
          <pc:docMk/>
          <pc:sldMk cId="1503905146" sldId="367"/>
        </pc:sldMkLst>
        <pc:spChg chg="mod">
          <ac:chgData name="Иван Климарев" userId="6e07b5d3a3d13876" providerId="LiveId" clId="{15BF4059-9C21-4AC7-B8B0-2E8FBD7CAD7D}" dt="2026-01-03T14:39:44.732" v="701" actId="6549"/>
          <ac:spMkLst>
            <pc:docMk/>
            <pc:sldMk cId="1503905146" sldId="367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4:36:38.709" v="692" actId="20577"/>
          <ac:spMkLst>
            <pc:docMk/>
            <pc:sldMk cId="1503905146" sldId="367"/>
            <ac:spMk id="17" creationId="{00000000-0000-0000-0000-000000000000}"/>
          </ac:spMkLst>
        </pc:spChg>
      </pc:sldChg>
      <pc:sldChg chg="modSp add mod ord">
        <pc:chgData name="Иван Климарев" userId="6e07b5d3a3d13876" providerId="LiveId" clId="{15BF4059-9C21-4AC7-B8B0-2E8FBD7CAD7D}" dt="2026-01-03T14:52:22.418" v="871" actId="12"/>
        <pc:sldMkLst>
          <pc:docMk/>
          <pc:sldMk cId="1156609801" sldId="368"/>
        </pc:sldMkLst>
        <pc:spChg chg="mod">
          <ac:chgData name="Иван Климарев" userId="6e07b5d3a3d13876" providerId="LiveId" clId="{15BF4059-9C21-4AC7-B8B0-2E8FBD7CAD7D}" dt="2026-01-03T14:52:22.418" v="871" actId="12"/>
          <ac:spMkLst>
            <pc:docMk/>
            <pc:sldMk cId="1156609801" sldId="368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4:42:18.126" v="707"/>
          <ac:spMkLst>
            <pc:docMk/>
            <pc:sldMk cId="1156609801" sldId="368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4:43:45.579" v="724" actId="12"/>
        <pc:sldMkLst>
          <pc:docMk/>
          <pc:sldMk cId="2571671930" sldId="369"/>
        </pc:sldMkLst>
        <pc:spChg chg="mod">
          <ac:chgData name="Иван Климарев" userId="6e07b5d3a3d13876" providerId="LiveId" clId="{15BF4059-9C21-4AC7-B8B0-2E8FBD7CAD7D}" dt="2026-01-03T14:43:45.579" v="724" actId="12"/>
          <ac:spMkLst>
            <pc:docMk/>
            <pc:sldMk cId="2571671930" sldId="369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4:43:12.035" v="711"/>
          <ac:spMkLst>
            <pc:docMk/>
            <pc:sldMk cId="2571671930" sldId="369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4:45:01.065" v="755" actId="255"/>
        <pc:sldMkLst>
          <pc:docMk/>
          <pc:sldMk cId="3288479925" sldId="370"/>
        </pc:sldMkLst>
        <pc:spChg chg="mod">
          <ac:chgData name="Иван Климарев" userId="6e07b5d3a3d13876" providerId="LiveId" clId="{15BF4059-9C21-4AC7-B8B0-2E8FBD7CAD7D}" dt="2026-01-03T14:45:01.065" v="755" actId="255"/>
          <ac:spMkLst>
            <pc:docMk/>
            <pc:sldMk cId="3288479925" sldId="370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4:44:07.259" v="728"/>
          <ac:spMkLst>
            <pc:docMk/>
            <pc:sldMk cId="3288479925" sldId="370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5:07:27.420" v="924"/>
        <pc:sldMkLst>
          <pc:docMk/>
          <pc:sldMk cId="4110345961" sldId="371"/>
        </pc:sldMkLst>
        <pc:spChg chg="mod">
          <ac:chgData name="Иван Климарев" userId="6e07b5d3a3d13876" providerId="LiveId" clId="{15BF4059-9C21-4AC7-B8B0-2E8FBD7CAD7D}" dt="2026-01-03T15:07:27.420" v="924"/>
          <ac:spMkLst>
            <pc:docMk/>
            <pc:sldMk cId="4110345961" sldId="371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4:45:24.439" v="759"/>
          <ac:spMkLst>
            <pc:docMk/>
            <pc:sldMk cId="4110345961" sldId="371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4:46:25.681" v="784"/>
        <pc:sldMkLst>
          <pc:docMk/>
          <pc:sldMk cId="3308587789" sldId="372"/>
        </pc:sldMkLst>
        <pc:spChg chg="mod">
          <ac:chgData name="Иван Климарев" userId="6e07b5d3a3d13876" providerId="LiveId" clId="{15BF4059-9C21-4AC7-B8B0-2E8FBD7CAD7D}" dt="2026-01-03T14:46:25.681" v="784"/>
          <ac:spMkLst>
            <pc:docMk/>
            <pc:sldMk cId="3308587789" sldId="372"/>
            <ac:spMk id="4" creationId="{A9BFBEC6-A40E-489B-AF1B-DDE31489B983}"/>
          </ac:spMkLst>
        </pc:spChg>
      </pc:sldChg>
      <pc:sldChg chg="modSp add mod">
        <pc:chgData name="Иван Климарев" userId="6e07b5d3a3d13876" providerId="LiveId" clId="{15BF4059-9C21-4AC7-B8B0-2E8FBD7CAD7D}" dt="2026-01-03T14:47:11.831" v="795" actId="12"/>
        <pc:sldMkLst>
          <pc:docMk/>
          <pc:sldMk cId="2465251887" sldId="373"/>
        </pc:sldMkLst>
        <pc:spChg chg="mod">
          <ac:chgData name="Иван Климарев" userId="6e07b5d3a3d13876" providerId="LiveId" clId="{15BF4059-9C21-4AC7-B8B0-2E8FBD7CAD7D}" dt="2026-01-03T14:47:11.831" v="795" actId="12"/>
          <ac:spMkLst>
            <pc:docMk/>
            <pc:sldMk cId="2465251887" sldId="373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4:46:50.965" v="788"/>
          <ac:spMkLst>
            <pc:docMk/>
            <pc:sldMk cId="2465251887" sldId="373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4:48:15.160" v="820" actId="21"/>
        <pc:sldMkLst>
          <pc:docMk/>
          <pc:sldMk cId="1466080032" sldId="374"/>
        </pc:sldMkLst>
        <pc:spChg chg="mod">
          <ac:chgData name="Иван Климарев" userId="6e07b5d3a3d13876" providerId="LiveId" clId="{15BF4059-9C21-4AC7-B8B0-2E8FBD7CAD7D}" dt="2026-01-03T14:48:15.160" v="820" actId="21"/>
          <ac:spMkLst>
            <pc:docMk/>
            <pc:sldMk cId="1466080032" sldId="374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4:47:33.191" v="799"/>
          <ac:spMkLst>
            <pc:docMk/>
            <pc:sldMk cId="1466080032" sldId="374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4:48:21.481" v="823" actId="12"/>
        <pc:sldMkLst>
          <pc:docMk/>
          <pc:sldMk cId="874945434" sldId="375"/>
        </pc:sldMkLst>
        <pc:spChg chg="mod">
          <ac:chgData name="Иван Климарев" userId="6e07b5d3a3d13876" providerId="LiveId" clId="{15BF4059-9C21-4AC7-B8B0-2E8FBD7CAD7D}" dt="2026-01-03T14:48:21.481" v="823" actId="12"/>
          <ac:spMkLst>
            <pc:docMk/>
            <pc:sldMk cId="874945434" sldId="375"/>
            <ac:spMk id="4" creationId="{A9BFBEC6-A40E-489B-AF1B-DDE31489B983}"/>
          </ac:spMkLst>
        </pc:spChg>
      </pc:sldChg>
      <pc:sldChg chg="modSp add mod">
        <pc:chgData name="Иван Климарев" userId="6e07b5d3a3d13876" providerId="LiveId" clId="{15BF4059-9C21-4AC7-B8B0-2E8FBD7CAD7D}" dt="2026-01-03T14:49:26.593" v="832" actId="12"/>
        <pc:sldMkLst>
          <pc:docMk/>
          <pc:sldMk cId="1830046638" sldId="376"/>
        </pc:sldMkLst>
        <pc:spChg chg="mod">
          <ac:chgData name="Иван Климарев" userId="6e07b5d3a3d13876" providerId="LiveId" clId="{15BF4059-9C21-4AC7-B8B0-2E8FBD7CAD7D}" dt="2026-01-03T14:49:26.593" v="832" actId="12"/>
          <ac:spMkLst>
            <pc:docMk/>
            <pc:sldMk cId="1830046638" sldId="376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4:48:45.366" v="827"/>
          <ac:spMkLst>
            <pc:docMk/>
            <pc:sldMk cId="1830046638" sldId="376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4:50:20.808" v="847" actId="12"/>
        <pc:sldMkLst>
          <pc:docMk/>
          <pc:sldMk cId="1854894626" sldId="377"/>
        </pc:sldMkLst>
        <pc:spChg chg="mod">
          <ac:chgData name="Иван Климарев" userId="6e07b5d3a3d13876" providerId="LiveId" clId="{15BF4059-9C21-4AC7-B8B0-2E8FBD7CAD7D}" dt="2026-01-03T14:50:20.808" v="847" actId="12"/>
          <ac:spMkLst>
            <pc:docMk/>
            <pc:sldMk cId="1854894626" sldId="377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4:49:59.319" v="836"/>
          <ac:spMkLst>
            <pc:docMk/>
            <pc:sldMk cId="1854894626" sldId="377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4:51:07.923" v="857" actId="12"/>
        <pc:sldMkLst>
          <pc:docMk/>
          <pc:sldMk cId="1107853384" sldId="378"/>
        </pc:sldMkLst>
        <pc:spChg chg="mod">
          <ac:chgData name="Иван Климарев" userId="6e07b5d3a3d13876" providerId="LiveId" clId="{15BF4059-9C21-4AC7-B8B0-2E8FBD7CAD7D}" dt="2026-01-03T14:51:07.923" v="857" actId="12"/>
          <ac:spMkLst>
            <pc:docMk/>
            <pc:sldMk cId="1107853384" sldId="378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4:50:51.192" v="851"/>
          <ac:spMkLst>
            <pc:docMk/>
            <pc:sldMk cId="1107853384" sldId="378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4:52:02.449" v="868" actId="12"/>
        <pc:sldMkLst>
          <pc:docMk/>
          <pc:sldMk cId="1568174037" sldId="379"/>
        </pc:sldMkLst>
        <pc:spChg chg="mod">
          <ac:chgData name="Иван Климарев" userId="6e07b5d3a3d13876" providerId="LiveId" clId="{15BF4059-9C21-4AC7-B8B0-2E8FBD7CAD7D}" dt="2026-01-03T14:52:02.449" v="868" actId="12"/>
          <ac:spMkLst>
            <pc:docMk/>
            <pc:sldMk cId="1568174037" sldId="379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4:51:43.622" v="861"/>
          <ac:spMkLst>
            <pc:docMk/>
            <pc:sldMk cId="1568174037" sldId="379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4:52:51.742" v="881" actId="20577"/>
        <pc:sldMkLst>
          <pc:docMk/>
          <pc:sldMk cId="3772007808" sldId="380"/>
        </pc:sldMkLst>
        <pc:spChg chg="mod">
          <ac:chgData name="Иван Климарев" userId="6e07b5d3a3d13876" providerId="LiveId" clId="{15BF4059-9C21-4AC7-B8B0-2E8FBD7CAD7D}" dt="2026-01-03T14:52:51.742" v="881" actId="20577"/>
          <ac:spMkLst>
            <pc:docMk/>
            <pc:sldMk cId="3772007808" sldId="380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4:52:28.759" v="873"/>
          <ac:spMkLst>
            <pc:docMk/>
            <pc:sldMk cId="3772007808" sldId="380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4:53:58.143" v="898" actId="20577"/>
        <pc:sldMkLst>
          <pc:docMk/>
          <pc:sldMk cId="1906201390" sldId="381"/>
        </pc:sldMkLst>
        <pc:spChg chg="mod">
          <ac:chgData name="Иван Климарев" userId="6e07b5d3a3d13876" providerId="LiveId" clId="{15BF4059-9C21-4AC7-B8B0-2E8FBD7CAD7D}" dt="2026-01-03T14:53:43.388" v="886"/>
          <ac:spMkLst>
            <pc:docMk/>
            <pc:sldMk cId="1906201390" sldId="381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4:53:58.143" v="898" actId="20577"/>
          <ac:spMkLst>
            <pc:docMk/>
            <pc:sldMk cId="1906201390" sldId="381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4T15:36:54.685" v="1022" actId="20577"/>
        <pc:sldMkLst>
          <pc:docMk/>
          <pc:sldMk cId="2392492176" sldId="382"/>
        </pc:sldMkLst>
        <pc:spChg chg="mod">
          <ac:chgData name="Иван Климарев" userId="6e07b5d3a3d13876" providerId="LiveId" clId="{15BF4059-9C21-4AC7-B8B0-2E8FBD7CAD7D}" dt="2026-01-04T15:36:54.685" v="1022" actId="20577"/>
          <ac:spMkLst>
            <pc:docMk/>
            <pc:sldMk cId="2392492176" sldId="382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4:55:16.073" v="900"/>
          <ac:spMkLst>
            <pc:docMk/>
            <pc:sldMk cId="2392492176" sldId="382"/>
            <ac:spMk id="17" creationId="{00000000-0000-0000-0000-000000000000}"/>
          </ac:spMkLst>
        </pc:spChg>
      </pc:sldChg>
      <pc:sldChg chg="modSp mod">
        <pc:chgData name="Иван Климарев" userId="6e07b5d3a3d13876" providerId="LiveId" clId="{15BF4059-9C21-4AC7-B8B0-2E8FBD7CAD7D}" dt="2026-01-04T15:37:19.214" v="1025" actId="6549"/>
        <pc:sldMkLst>
          <pc:docMk/>
          <pc:sldMk cId="3575981845" sldId="383"/>
        </pc:sldMkLst>
        <pc:spChg chg="mod">
          <ac:chgData name="Иван Климарев" userId="6e07b5d3a3d13876" providerId="LiveId" clId="{15BF4059-9C21-4AC7-B8B0-2E8FBD7CAD7D}" dt="2026-01-04T15:37:19.214" v="1025" actId="6549"/>
          <ac:spMkLst>
            <pc:docMk/>
            <pc:sldMk cId="3575981845" sldId="383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4T15:37:07.255" v="1023"/>
          <ac:spMkLst>
            <pc:docMk/>
            <pc:sldMk cId="3575981845" sldId="383"/>
            <ac:spMk id="17" creationId="{00000000-0000-0000-0000-000000000000}"/>
          </ac:spMkLst>
        </pc:spChg>
      </pc:sldChg>
      <pc:sldChg chg="modSp add del mod">
        <pc:chgData name="Иван Климарев" userId="6e07b5d3a3d13876" providerId="LiveId" clId="{15BF4059-9C21-4AC7-B8B0-2E8FBD7CAD7D}" dt="2026-01-03T15:07:19.238" v="920" actId="47"/>
        <pc:sldMkLst>
          <pc:docMk/>
          <pc:sldMk cId="4102683089" sldId="383"/>
        </pc:sldMkLst>
        <pc:spChg chg="mod">
          <ac:chgData name="Иван Климарев" userId="6e07b5d3a3d13876" providerId="LiveId" clId="{15BF4059-9C21-4AC7-B8B0-2E8FBD7CAD7D}" dt="2026-01-03T15:07:01.495" v="919"/>
          <ac:spMkLst>
            <pc:docMk/>
            <pc:sldMk cId="4102683089" sldId="383"/>
            <ac:spMk id="4" creationId="{A9BFBEC6-A40E-489B-AF1B-DDE31489B983}"/>
          </ac:spMkLst>
        </pc:spChg>
      </pc:sldChg>
      <pc:sldChg chg="modSp mod">
        <pc:chgData name="Иван Климарев" userId="6e07b5d3a3d13876" providerId="LiveId" clId="{15BF4059-9C21-4AC7-B8B0-2E8FBD7CAD7D}" dt="2026-01-04T16:27:01.071" v="1204" actId="6549"/>
        <pc:sldMkLst>
          <pc:docMk/>
          <pc:sldMk cId="4205652503" sldId="384"/>
        </pc:sldMkLst>
        <pc:spChg chg="mod">
          <ac:chgData name="Иван Климарев" userId="6e07b5d3a3d13876" providerId="LiveId" clId="{15BF4059-9C21-4AC7-B8B0-2E8FBD7CAD7D}" dt="2026-01-04T16:27:01.071" v="1204" actId="6549"/>
          <ac:spMkLst>
            <pc:docMk/>
            <pc:sldMk cId="4205652503" sldId="384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4T16:26:49.072" v="1203"/>
          <ac:spMkLst>
            <pc:docMk/>
            <pc:sldMk cId="4205652503" sldId="384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6:26:42.194" v="947" actId="12"/>
        <pc:sldMkLst>
          <pc:docMk/>
          <pc:sldMk cId="1971934108" sldId="385"/>
        </pc:sldMkLst>
        <pc:spChg chg="mod">
          <ac:chgData name="Иван Климарев" userId="6e07b5d3a3d13876" providerId="LiveId" clId="{15BF4059-9C21-4AC7-B8B0-2E8FBD7CAD7D}" dt="2026-01-03T16:26:42.194" v="947" actId="12"/>
          <ac:spMkLst>
            <pc:docMk/>
            <pc:sldMk cId="1971934108" sldId="385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6:26:18.637" v="944" actId="20577"/>
          <ac:spMkLst>
            <pc:docMk/>
            <pc:sldMk cId="1971934108" sldId="385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6:27:42.136" v="952" actId="12"/>
        <pc:sldMkLst>
          <pc:docMk/>
          <pc:sldMk cId="2647789754" sldId="386"/>
        </pc:sldMkLst>
        <pc:spChg chg="mod">
          <ac:chgData name="Иван Климарев" userId="6e07b5d3a3d13876" providerId="LiveId" clId="{15BF4059-9C21-4AC7-B8B0-2E8FBD7CAD7D}" dt="2026-01-03T16:27:42.136" v="952" actId="12"/>
          <ac:spMkLst>
            <pc:docMk/>
            <pc:sldMk cId="2647789754" sldId="386"/>
            <ac:spMk id="4" creationId="{A9BFBEC6-A40E-489B-AF1B-DDE31489B983}"/>
          </ac:spMkLst>
        </pc:spChg>
      </pc:sldChg>
      <pc:sldChg chg="modSp add mod">
        <pc:chgData name="Иван Климарев" userId="6e07b5d3a3d13876" providerId="LiveId" clId="{15BF4059-9C21-4AC7-B8B0-2E8FBD7CAD7D}" dt="2026-01-03T16:28:23.162" v="956" actId="12"/>
        <pc:sldMkLst>
          <pc:docMk/>
          <pc:sldMk cId="1929408673" sldId="387"/>
        </pc:sldMkLst>
        <pc:spChg chg="mod">
          <ac:chgData name="Иван Климарев" userId="6e07b5d3a3d13876" providerId="LiveId" clId="{15BF4059-9C21-4AC7-B8B0-2E8FBD7CAD7D}" dt="2026-01-03T16:28:23.162" v="956" actId="12"/>
          <ac:spMkLst>
            <pc:docMk/>
            <pc:sldMk cId="1929408673" sldId="387"/>
            <ac:spMk id="4" creationId="{A9BFBEC6-A40E-489B-AF1B-DDE31489B983}"/>
          </ac:spMkLst>
        </pc:spChg>
      </pc:sldChg>
      <pc:sldChg chg="modSp add mod">
        <pc:chgData name="Иван Климарев" userId="6e07b5d3a3d13876" providerId="LiveId" clId="{15BF4059-9C21-4AC7-B8B0-2E8FBD7CAD7D}" dt="2026-01-03T16:28:52.020" v="960" actId="20577"/>
        <pc:sldMkLst>
          <pc:docMk/>
          <pc:sldMk cId="4190645298" sldId="388"/>
        </pc:sldMkLst>
        <pc:spChg chg="mod">
          <ac:chgData name="Иван Климарев" userId="6e07b5d3a3d13876" providerId="LiveId" clId="{15BF4059-9C21-4AC7-B8B0-2E8FBD7CAD7D}" dt="2026-01-03T16:28:52.020" v="960" actId="20577"/>
          <ac:spMkLst>
            <pc:docMk/>
            <pc:sldMk cId="4190645298" sldId="388"/>
            <ac:spMk id="4" creationId="{A9BFBEC6-A40E-489B-AF1B-DDE31489B983}"/>
          </ac:spMkLst>
        </pc:spChg>
      </pc:sldChg>
      <pc:sldChg chg="modSp add mod">
        <pc:chgData name="Иван Климарев" userId="6e07b5d3a3d13876" providerId="LiveId" clId="{15BF4059-9C21-4AC7-B8B0-2E8FBD7CAD7D}" dt="2026-01-03T16:30:06.653" v="969" actId="12"/>
        <pc:sldMkLst>
          <pc:docMk/>
          <pc:sldMk cId="3896563803" sldId="389"/>
        </pc:sldMkLst>
        <pc:spChg chg="mod">
          <ac:chgData name="Иван Климарев" userId="6e07b5d3a3d13876" providerId="LiveId" clId="{15BF4059-9C21-4AC7-B8B0-2E8FBD7CAD7D}" dt="2026-01-03T16:30:06.653" v="969" actId="12"/>
          <ac:spMkLst>
            <pc:docMk/>
            <pc:sldMk cId="3896563803" sldId="389"/>
            <ac:spMk id="4" creationId="{A9BFBEC6-A40E-489B-AF1B-DDE31489B983}"/>
          </ac:spMkLst>
        </pc:spChg>
        <pc:spChg chg="mod">
          <ac:chgData name="Иван Климарев" userId="6e07b5d3a3d13876" providerId="LiveId" clId="{15BF4059-9C21-4AC7-B8B0-2E8FBD7CAD7D}" dt="2026-01-03T16:29:42.022" v="962"/>
          <ac:spMkLst>
            <pc:docMk/>
            <pc:sldMk cId="3896563803" sldId="389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3T16:30:52.663" v="982" actId="20577"/>
        <pc:sldMkLst>
          <pc:docMk/>
          <pc:sldMk cId="2067477097" sldId="390"/>
        </pc:sldMkLst>
        <pc:spChg chg="mod">
          <ac:chgData name="Иван Климарев" userId="6e07b5d3a3d13876" providerId="LiveId" clId="{15BF4059-9C21-4AC7-B8B0-2E8FBD7CAD7D}" dt="2026-01-03T16:30:52.663" v="982" actId="20577"/>
          <ac:spMkLst>
            <pc:docMk/>
            <pc:sldMk cId="2067477097" sldId="390"/>
            <ac:spMk id="4" creationId="{A9BFBEC6-A40E-489B-AF1B-DDE31489B983}"/>
          </ac:spMkLst>
        </pc:spChg>
      </pc:sldChg>
      <pc:sldChg chg="modSp add mod">
        <pc:chgData name="Иван Климарев" userId="6e07b5d3a3d13876" providerId="LiveId" clId="{15BF4059-9C21-4AC7-B8B0-2E8FBD7CAD7D}" dt="2026-01-04T16:07:18.500" v="1030" actId="6549"/>
        <pc:sldMkLst>
          <pc:docMk/>
          <pc:sldMk cId="2019707205" sldId="391"/>
        </pc:sldMkLst>
        <pc:spChg chg="mod">
          <ac:chgData name="Иван Климарев" userId="6e07b5d3a3d13876" providerId="LiveId" clId="{15BF4059-9C21-4AC7-B8B0-2E8FBD7CAD7D}" dt="2026-01-04T16:07:18.500" v="1030" actId="6549"/>
          <ac:spMkLst>
            <pc:docMk/>
            <pc:sldMk cId="2019707205" sldId="391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4T16:06:58.085" v="1028"/>
          <ac:spMkLst>
            <pc:docMk/>
            <pc:sldMk cId="2019707205" sldId="391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4T16:08:15.655" v="1046" actId="20577"/>
        <pc:sldMkLst>
          <pc:docMk/>
          <pc:sldMk cId="3933585665" sldId="392"/>
        </pc:sldMkLst>
        <pc:spChg chg="mod">
          <ac:chgData name="Иван Климарев" userId="6e07b5d3a3d13876" providerId="LiveId" clId="{15BF4059-9C21-4AC7-B8B0-2E8FBD7CAD7D}" dt="2026-01-04T16:08:15.655" v="1046" actId="20577"/>
          <ac:spMkLst>
            <pc:docMk/>
            <pc:sldMk cId="3933585665" sldId="392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4T16:07:40.401" v="1034"/>
          <ac:spMkLst>
            <pc:docMk/>
            <pc:sldMk cId="3933585665" sldId="392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4T16:08:19.736" v="1048"/>
        <pc:sldMkLst>
          <pc:docMk/>
          <pc:sldMk cId="136577708" sldId="393"/>
        </pc:sldMkLst>
        <pc:spChg chg="mod">
          <ac:chgData name="Иван Климарев" userId="6e07b5d3a3d13876" providerId="LiveId" clId="{15BF4059-9C21-4AC7-B8B0-2E8FBD7CAD7D}" dt="2026-01-04T16:08:19.736" v="1048"/>
          <ac:spMkLst>
            <pc:docMk/>
            <pc:sldMk cId="136577708" sldId="393"/>
            <ac:spMk id="4" creationId="{24F0517E-D376-44C5-B9BE-9E78A89BBE69}"/>
          </ac:spMkLst>
        </pc:spChg>
      </pc:sldChg>
      <pc:sldChg chg="modSp add mod modNotesTx">
        <pc:chgData name="Иван Климарев" userId="6e07b5d3a3d13876" providerId="LiveId" clId="{15BF4059-9C21-4AC7-B8B0-2E8FBD7CAD7D}" dt="2026-01-07T15:45:57.332" v="1349"/>
        <pc:sldMkLst>
          <pc:docMk/>
          <pc:sldMk cId="2084298211" sldId="394"/>
        </pc:sldMkLst>
        <pc:spChg chg="mod">
          <ac:chgData name="Иван Климарев" userId="6e07b5d3a3d13876" providerId="LiveId" clId="{15BF4059-9C21-4AC7-B8B0-2E8FBD7CAD7D}" dt="2026-01-04T16:09:34.028" v="1057" actId="21"/>
          <ac:spMkLst>
            <pc:docMk/>
            <pc:sldMk cId="2084298211" sldId="394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4T16:08:57.606" v="1054"/>
          <ac:spMkLst>
            <pc:docMk/>
            <pc:sldMk cId="2084298211" sldId="394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4T16:09:40.335" v="1059"/>
        <pc:sldMkLst>
          <pc:docMk/>
          <pc:sldMk cId="2665727853" sldId="395"/>
        </pc:sldMkLst>
        <pc:spChg chg="mod">
          <ac:chgData name="Иван Климарев" userId="6e07b5d3a3d13876" providerId="LiveId" clId="{15BF4059-9C21-4AC7-B8B0-2E8FBD7CAD7D}" dt="2026-01-04T16:09:40.335" v="1059"/>
          <ac:spMkLst>
            <pc:docMk/>
            <pc:sldMk cId="2665727853" sldId="395"/>
            <ac:spMk id="4" creationId="{24F0517E-D376-44C5-B9BE-9E78A89BBE69}"/>
          </ac:spMkLst>
        </pc:spChg>
      </pc:sldChg>
      <pc:sldChg chg="modSp add mod">
        <pc:chgData name="Иван Климарев" userId="6e07b5d3a3d13876" providerId="LiveId" clId="{15BF4059-9C21-4AC7-B8B0-2E8FBD7CAD7D}" dt="2026-01-04T16:10:47.331" v="1068" actId="21"/>
        <pc:sldMkLst>
          <pc:docMk/>
          <pc:sldMk cId="2270454312" sldId="396"/>
        </pc:sldMkLst>
        <pc:spChg chg="mod">
          <ac:chgData name="Иван Климарев" userId="6e07b5d3a3d13876" providerId="LiveId" clId="{15BF4059-9C21-4AC7-B8B0-2E8FBD7CAD7D}" dt="2026-01-04T16:10:47.331" v="1068" actId="21"/>
          <ac:spMkLst>
            <pc:docMk/>
            <pc:sldMk cId="2270454312" sldId="396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4T16:09:56.063" v="1063"/>
          <ac:spMkLst>
            <pc:docMk/>
            <pc:sldMk cId="2270454312" sldId="396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4T16:10:52.844" v="1070"/>
        <pc:sldMkLst>
          <pc:docMk/>
          <pc:sldMk cId="1481965626" sldId="397"/>
        </pc:sldMkLst>
        <pc:spChg chg="mod">
          <ac:chgData name="Иван Климарев" userId="6e07b5d3a3d13876" providerId="LiveId" clId="{15BF4059-9C21-4AC7-B8B0-2E8FBD7CAD7D}" dt="2026-01-04T16:10:52.844" v="1070"/>
          <ac:spMkLst>
            <pc:docMk/>
            <pc:sldMk cId="1481965626" sldId="397"/>
            <ac:spMk id="4" creationId="{24F0517E-D376-44C5-B9BE-9E78A89BBE69}"/>
          </ac:spMkLst>
        </pc:spChg>
      </pc:sldChg>
      <pc:sldChg chg="modSp add mod">
        <pc:chgData name="Иван Климарев" userId="6e07b5d3a3d13876" providerId="LiveId" clId="{15BF4059-9C21-4AC7-B8B0-2E8FBD7CAD7D}" dt="2026-01-04T16:12:47.254" v="1079" actId="21"/>
        <pc:sldMkLst>
          <pc:docMk/>
          <pc:sldMk cId="4252120848" sldId="398"/>
        </pc:sldMkLst>
        <pc:spChg chg="mod">
          <ac:chgData name="Иван Климарев" userId="6e07b5d3a3d13876" providerId="LiveId" clId="{15BF4059-9C21-4AC7-B8B0-2E8FBD7CAD7D}" dt="2026-01-04T16:12:47.254" v="1079" actId="21"/>
          <ac:spMkLst>
            <pc:docMk/>
            <pc:sldMk cId="4252120848" sldId="398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4T16:12:26.036" v="1074"/>
          <ac:spMkLst>
            <pc:docMk/>
            <pc:sldMk cId="4252120848" sldId="398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4T16:12:51.916" v="1081"/>
        <pc:sldMkLst>
          <pc:docMk/>
          <pc:sldMk cId="3705842457" sldId="399"/>
        </pc:sldMkLst>
        <pc:spChg chg="mod">
          <ac:chgData name="Иван Климарев" userId="6e07b5d3a3d13876" providerId="LiveId" clId="{15BF4059-9C21-4AC7-B8B0-2E8FBD7CAD7D}" dt="2026-01-04T16:12:51.916" v="1081"/>
          <ac:spMkLst>
            <pc:docMk/>
            <pc:sldMk cId="3705842457" sldId="399"/>
            <ac:spMk id="4" creationId="{24F0517E-D376-44C5-B9BE-9E78A89BBE69}"/>
          </ac:spMkLst>
        </pc:spChg>
      </pc:sldChg>
      <pc:sldChg chg="modSp add mod">
        <pc:chgData name="Иван Климарев" userId="6e07b5d3a3d13876" providerId="LiveId" clId="{15BF4059-9C21-4AC7-B8B0-2E8FBD7CAD7D}" dt="2026-01-04T16:13:24.694" v="1091" actId="6549"/>
        <pc:sldMkLst>
          <pc:docMk/>
          <pc:sldMk cId="496238162" sldId="400"/>
        </pc:sldMkLst>
        <pc:spChg chg="mod">
          <ac:chgData name="Иван Климарев" userId="6e07b5d3a3d13876" providerId="LiveId" clId="{15BF4059-9C21-4AC7-B8B0-2E8FBD7CAD7D}" dt="2026-01-04T16:13:24.694" v="1091" actId="6549"/>
          <ac:spMkLst>
            <pc:docMk/>
            <pc:sldMk cId="496238162" sldId="400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4T16:13:10.085" v="1087"/>
          <ac:spMkLst>
            <pc:docMk/>
            <pc:sldMk cId="496238162" sldId="400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4T16:14:26.120" v="1099" actId="21"/>
        <pc:sldMkLst>
          <pc:docMk/>
          <pc:sldMk cId="1889503399" sldId="401"/>
        </pc:sldMkLst>
        <pc:spChg chg="mod">
          <ac:chgData name="Иван Климарев" userId="6e07b5d3a3d13876" providerId="LiveId" clId="{15BF4059-9C21-4AC7-B8B0-2E8FBD7CAD7D}" dt="2026-01-04T16:14:26.120" v="1099" actId="21"/>
          <ac:spMkLst>
            <pc:docMk/>
            <pc:sldMk cId="1889503399" sldId="401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4T16:14:06.001" v="1095"/>
          <ac:spMkLst>
            <pc:docMk/>
            <pc:sldMk cId="1889503399" sldId="401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4T16:14:29.261" v="1101"/>
        <pc:sldMkLst>
          <pc:docMk/>
          <pc:sldMk cId="2035637075" sldId="402"/>
        </pc:sldMkLst>
        <pc:spChg chg="mod">
          <ac:chgData name="Иван Климарев" userId="6e07b5d3a3d13876" providerId="LiveId" clId="{15BF4059-9C21-4AC7-B8B0-2E8FBD7CAD7D}" dt="2026-01-04T16:14:29.261" v="1101"/>
          <ac:spMkLst>
            <pc:docMk/>
            <pc:sldMk cId="2035637075" sldId="402"/>
            <ac:spMk id="4" creationId="{24F0517E-D376-44C5-B9BE-9E78A89BBE69}"/>
          </ac:spMkLst>
        </pc:spChg>
      </pc:sldChg>
      <pc:sldChg chg="modSp add mod">
        <pc:chgData name="Иван Климарев" userId="6e07b5d3a3d13876" providerId="LiveId" clId="{15BF4059-9C21-4AC7-B8B0-2E8FBD7CAD7D}" dt="2026-01-04T16:15:17.265" v="1110" actId="6549"/>
        <pc:sldMkLst>
          <pc:docMk/>
          <pc:sldMk cId="855122227" sldId="403"/>
        </pc:sldMkLst>
        <pc:spChg chg="mod">
          <ac:chgData name="Иван Климарев" userId="6e07b5d3a3d13876" providerId="LiveId" clId="{15BF4059-9C21-4AC7-B8B0-2E8FBD7CAD7D}" dt="2026-01-04T16:15:17.265" v="1110" actId="6549"/>
          <ac:spMkLst>
            <pc:docMk/>
            <pc:sldMk cId="855122227" sldId="403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4T16:14:42.956" v="1105"/>
          <ac:spMkLst>
            <pc:docMk/>
            <pc:sldMk cId="855122227" sldId="403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4T16:16:15.277" v="1119" actId="21"/>
        <pc:sldMkLst>
          <pc:docMk/>
          <pc:sldMk cId="3694597767" sldId="404"/>
        </pc:sldMkLst>
        <pc:spChg chg="mod">
          <ac:chgData name="Иван Климарев" userId="6e07b5d3a3d13876" providerId="LiveId" clId="{15BF4059-9C21-4AC7-B8B0-2E8FBD7CAD7D}" dt="2026-01-04T16:16:15.277" v="1119" actId="21"/>
          <ac:spMkLst>
            <pc:docMk/>
            <pc:sldMk cId="3694597767" sldId="404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4T16:15:49.331" v="1114"/>
          <ac:spMkLst>
            <pc:docMk/>
            <pc:sldMk cId="3694597767" sldId="404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4T16:16:31.392" v="1121"/>
        <pc:sldMkLst>
          <pc:docMk/>
          <pc:sldMk cId="3043209391" sldId="405"/>
        </pc:sldMkLst>
        <pc:spChg chg="mod">
          <ac:chgData name="Иван Климарев" userId="6e07b5d3a3d13876" providerId="LiveId" clId="{15BF4059-9C21-4AC7-B8B0-2E8FBD7CAD7D}" dt="2026-01-04T16:16:31.392" v="1121"/>
          <ac:spMkLst>
            <pc:docMk/>
            <pc:sldMk cId="3043209391" sldId="405"/>
            <ac:spMk id="4" creationId="{24F0517E-D376-44C5-B9BE-9E78A89BBE69}"/>
          </ac:spMkLst>
        </pc:spChg>
      </pc:sldChg>
      <pc:sldChg chg="modSp add mod">
        <pc:chgData name="Иван Климарев" userId="6e07b5d3a3d13876" providerId="LiveId" clId="{15BF4059-9C21-4AC7-B8B0-2E8FBD7CAD7D}" dt="2026-01-04T16:17:09.073" v="1130" actId="21"/>
        <pc:sldMkLst>
          <pc:docMk/>
          <pc:sldMk cId="322560343" sldId="406"/>
        </pc:sldMkLst>
        <pc:spChg chg="mod">
          <ac:chgData name="Иван Климарев" userId="6e07b5d3a3d13876" providerId="LiveId" clId="{15BF4059-9C21-4AC7-B8B0-2E8FBD7CAD7D}" dt="2026-01-04T16:17:09.073" v="1130" actId="21"/>
          <ac:spMkLst>
            <pc:docMk/>
            <pc:sldMk cId="322560343" sldId="406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4T16:16:47.652" v="1125"/>
          <ac:spMkLst>
            <pc:docMk/>
            <pc:sldMk cId="322560343" sldId="406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4T16:17:16.767" v="1134"/>
        <pc:sldMkLst>
          <pc:docMk/>
          <pc:sldMk cId="1045541016" sldId="407"/>
        </pc:sldMkLst>
        <pc:spChg chg="mod">
          <ac:chgData name="Иван Климарев" userId="6e07b5d3a3d13876" providerId="LiveId" clId="{15BF4059-9C21-4AC7-B8B0-2E8FBD7CAD7D}" dt="2026-01-04T16:17:16.767" v="1134"/>
          <ac:spMkLst>
            <pc:docMk/>
            <pc:sldMk cId="1045541016" sldId="407"/>
            <ac:spMk id="4" creationId="{24F0517E-D376-44C5-B9BE-9E78A89BBE69}"/>
          </ac:spMkLst>
        </pc:spChg>
      </pc:sldChg>
      <pc:sldChg chg="modSp add mod">
        <pc:chgData name="Иван Климарев" userId="6e07b5d3a3d13876" providerId="LiveId" clId="{15BF4059-9C21-4AC7-B8B0-2E8FBD7CAD7D}" dt="2026-01-04T16:18:11.600" v="1142" actId="6549"/>
        <pc:sldMkLst>
          <pc:docMk/>
          <pc:sldMk cId="3422152936" sldId="408"/>
        </pc:sldMkLst>
        <pc:spChg chg="mod">
          <ac:chgData name="Иван Климарев" userId="6e07b5d3a3d13876" providerId="LiveId" clId="{15BF4059-9C21-4AC7-B8B0-2E8FBD7CAD7D}" dt="2026-01-04T16:18:11.600" v="1142" actId="6549"/>
          <ac:spMkLst>
            <pc:docMk/>
            <pc:sldMk cId="3422152936" sldId="408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4T16:17:31.723" v="1138"/>
          <ac:spMkLst>
            <pc:docMk/>
            <pc:sldMk cId="3422152936" sldId="408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4T16:19:48.355" v="1156" actId="948"/>
        <pc:sldMkLst>
          <pc:docMk/>
          <pc:sldMk cId="903349348" sldId="409"/>
        </pc:sldMkLst>
        <pc:spChg chg="mod">
          <ac:chgData name="Иван Климарев" userId="6e07b5d3a3d13876" providerId="LiveId" clId="{15BF4059-9C21-4AC7-B8B0-2E8FBD7CAD7D}" dt="2026-01-04T16:19:48.355" v="1156" actId="948"/>
          <ac:spMkLst>
            <pc:docMk/>
            <pc:sldMk cId="903349348" sldId="409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4T16:18:31.755" v="1146"/>
          <ac:spMkLst>
            <pc:docMk/>
            <pc:sldMk cId="903349348" sldId="409"/>
            <ac:spMk id="17" creationId="{00000000-0000-0000-0000-000000000000}"/>
          </ac:spMkLst>
        </pc:spChg>
      </pc:sldChg>
      <pc:sldChg chg="modSp add mod modNotesTx">
        <pc:chgData name="Иван Климарев" userId="6e07b5d3a3d13876" providerId="LiveId" clId="{15BF4059-9C21-4AC7-B8B0-2E8FBD7CAD7D}" dt="2026-01-07T15:47:38.760" v="1353"/>
        <pc:sldMkLst>
          <pc:docMk/>
          <pc:sldMk cId="3261585767" sldId="410"/>
        </pc:sldMkLst>
        <pc:spChg chg="mod">
          <ac:chgData name="Иван Климарев" userId="6e07b5d3a3d13876" providerId="LiveId" clId="{15BF4059-9C21-4AC7-B8B0-2E8FBD7CAD7D}" dt="2026-01-04T16:20:41.632" v="1162" actId="21"/>
          <ac:spMkLst>
            <pc:docMk/>
            <pc:sldMk cId="3261585767" sldId="410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4T16:20:30.876" v="1160"/>
          <ac:spMkLst>
            <pc:docMk/>
            <pc:sldMk cId="3261585767" sldId="410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4T16:20:49.195" v="1168" actId="20577"/>
        <pc:sldMkLst>
          <pc:docMk/>
          <pc:sldMk cId="775615268" sldId="411"/>
        </pc:sldMkLst>
        <pc:spChg chg="mod">
          <ac:chgData name="Иван Климарев" userId="6e07b5d3a3d13876" providerId="LiveId" clId="{15BF4059-9C21-4AC7-B8B0-2E8FBD7CAD7D}" dt="2026-01-04T16:20:49.195" v="1168" actId="20577"/>
          <ac:spMkLst>
            <pc:docMk/>
            <pc:sldMk cId="775615268" sldId="411"/>
            <ac:spMk id="4" creationId="{24F0517E-D376-44C5-B9BE-9E78A89BBE69}"/>
          </ac:spMkLst>
        </pc:spChg>
      </pc:sldChg>
      <pc:sldChg chg="modSp add del mod">
        <pc:chgData name="Иван Климарев" userId="6e07b5d3a3d13876" providerId="LiveId" clId="{15BF4059-9C21-4AC7-B8B0-2E8FBD7CAD7D}" dt="2026-01-07T15:47:15.294" v="1352" actId="2696"/>
        <pc:sldMkLst>
          <pc:docMk/>
          <pc:sldMk cId="3417877953" sldId="412"/>
        </pc:sldMkLst>
        <pc:spChg chg="mod">
          <ac:chgData name="Иван Климарев" userId="6e07b5d3a3d13876" providerId="LiveId" clId="{15BF4059-9C21-4AC7-B8B0-2E8FBD7CAD7D}" dt="2026-01-04T16:21:12.733" v="1172"/>
          <ac:spMkLst>
            <pc:docMk/>
            <pc:sldMk cId="3417877953" sldId="412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4T16:23:22.872" v="1193" actId="20577"/>
        <pc:sldMkLst>
          <pc:docMk/>
          <pc:sldMk cId="3821311489" sldId="413"/>
        </pc:sldMkLst>
        <pc:spChg chg="mod">
          <ac:chgData name="Иван Климарев" userId="6e07b5d3a3d13876" providerId="LiveId" clId="{15BF4059-9C21-4AC7-B8B0-2E8FBD7CAD7D}" dt="2026-01-04T16:23:22.872" v="1193" actId="20577"/>
          <ac:spMkLst>
            <pc:docMk/>
            <pc:sldMk cId="3821311489" sldId="413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4T16:22:47.430" v="1181" actId="20577"/>
          <ac:spMkLst>
            <pc:docMk/>
            <pc:sldMk cId="3821311489" sldId="413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4T16:24:24.247" v="1201" actId="6549"/>
        <pc:sldMkLst>
          <pc:docMk/>
          <pc:sldMk cId="2641252621" sldId="414"/>
        </pc:sldMkLst>
        <pc:spChg chg="mod">
          <ac:chgData name="Иван Климарев" userId="6e07b5d3a3d13876" providerId="LiveId" clId="{15BF4059-9C21-4AC7-B8B0-2E8FBD7CAD7D}" dt="2026-01-04T16:24:24.247" v="1201" actId="6549"/>
          <ac:spMkLst>
            <pc:docMk/>
            <pc:sldMk cId="2641252621" sldId="414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4T16:23:57.959" v="1199"/>
          <ac:spMkLst>
            <pc:docMk/>
            <pc:sldMk cId="2641252621" sldId="414"/>
            <ac:spMk id="17" creationId="{00000000-0000-0000-0000-000000000000}"/>
          </ac:spMkLst>
        </pc:spChg>
      </pc:sldChg>
      <pc:sldChg chg="modSp add mod modNotesTx">
        <pc:chgData name="Иван Климарев" userId="6e07b5d3a3d13876" providerId="LiveId" clId="{15BF4059-9C21-4AC7-B8B0-2E8FBD7CAD7D}" dt="2026-01-07T15:47:58.571" v="1354"/>
        <pc:sldMkLst>
          <pc:docMk/>
          <pc:sldMk cId="3605455495" sldId="415"/>
        </pc:sldMkLst>
        <pc:spChg chg="mod">
          <ac:chgData name="Иван Климарев" userId="6e07b5d3a3d13876" providerId="LiveId" clId="{15BF4059-9C21-4AC7-B8B0-2E8FBD7CAD7D}" dt="2026-01-06T16:55:57.244" v="1209" actId="12"/>
          <ac:spMkLst>
            <pc:docMk/>
            <pc:sldMk cId="3605455495" sldId="415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6T16:55:35.405" v="1207"/>
          <ac:spMkLst>
            <pc:docMk/>
            <pc:sldMk cId="3605455495" sldId="415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6T16:56:36.246" v="1217" actId="12"/>
        <pc:sldMkLst>
          <pc:docMk/>
          <pc:sldMk cId="3263072368" sldId="416"/>
        </pc:sldMkLst>
        <pc:spChg chg="mod">
          <ac:chgData name="Иван Климарев" userId="6e07b5d3a3d13876" providerId="LiveId" clId="{15BF4059-9C21-4AC7-B8B0-2E8FBD7CAD7D}" dt="2026-01-06T16:56:36.246" v="1217" actId="12"/>
          <ac:spMkLst>
            <pc:docMk/>
            <pc:sldMk cId="3263072368" sldId="416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6T16:56:19.291" v="1215"/>
          <ac:spMkLst>
            <pc:docMk/>
            <pc:sldMk cId="3263072368" sldId="416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6T16:57:15.211" v="1223" actId="12"/>
        <pc:sldMkLst>
          <pc:docMk/>
          <pc:sldMk cId="1126481773" sldId="417"/>
        </pc:sldMkLst>
        <pc:spChg chg="mod">
          <ac:chgData name="Иван Климарев" userId="6e07b5d3a3d13876" providerId="LiveId" clId="{15BF4059-9C21-4AC7-B8B0-2E8FBD7CAD7D}" dt="2026-01-06T16:57:15.211" v="1223" actId="12"/>
          <ac:spMkLst>
            <pc:docMk/>
            <pc:sldMk cId="1126481773" sldId="417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6T16:56:57.853" v="1221"/>
          <ac:spMkLst>
            <pc:docMk/>
            <pc:sldMk cId="1126481773" sldId="417"/>
            <ac:spMk id="17" creationId="{00000000-0000-0000-0000-000000000000}"/>
          </ac:spMkLst>
        </pc:spChg>
      </pc:sldChg>
      <pc:sldChg chg="addSp modSp add mod">
        <pc:chgData name="Иван Климарев" userId="6e07b5d3a3d13876" providerId="LiveId" clId="{15BF4059-9C21-4AC7-B8B0-2E8FBD7CAD7D}" dt="2026-01-06T16:59:41.134" v="1243" actId="14100"/>
        <pc:sldMkLst>
          <pc:docMk/>
          <pc:sldMk cId="2429717304" sldId="418"/>
        </pc:sldMkLst>
        <pc:spChg chg="mod">
          <ac:chgData name="Иван Климарев" userId="6e07b5d3a3d13876" providerId="LiveId" clId="{15BF4059-9C21-4AC7-B8B0-2E8FBD7CAD7D}" dt="2026-01-06T16:58:18.872" v="1228" actId="6549"/>
          <ac:spMkLst>
            <pc:docMk/>
            <pc:sldMk cId="2429717304" sldId="418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6T16:58:02.946" v="1227"/>
          <ac:spMkLst>
            <pc:docMk/>
            <pc:sldMk cId="2429717304" sldId="418"/>
            <ac:spMk id="17" creationId="{00000000-0000-0000-0000-000000000000}"/>
          </ac:spMkLst>
        </pc:spChg>
        <pc:graphicFrameChg chg="add mod modGraphic">
          <ac:chgData name="Иван Климарев" userId="6e07b5d3a3d13876" providerId="LiveId" clId="{15BF4059-9C21-4AC7-B8B0-2E8FBD7CAD7D}" dt="2026-01-06T16:59:41.134" v="1243" actId="14100"/>
          <ac:graphicFrameMkLst>
            <pc:docMk/>
            <pc:sldMk cId="2429717304" sldId="418"/>
            <ac:graphicFrameMk id="2" creationId="{7FC757CF-5E61-43D3-95AB-90DD2430229D}"/>
          </ac:graphicFrameMkLst>
        </pc:graphicFrameChg>
      </pc:sldChg>
      <pc:sldChg chg="modSp add mod ord">
        <pc:chgData name="Иван Климарев" userId="6e07b5d3a3d13876" providerId="LiveId" clId="{15BF4059-9C21-4AC7-B8B0-2E8FBD7CAD7D}" dt="2026-01-06T17:00:32.974" v="1253" actId="12"/>
        <pc:sldMkLst>
          <pc:docMk/>
          <pc:sldMk cId="510405018" sldId="419"/>
        </pc:sldMkLst>
        <pc:spChg chg="mod">
          <ac:chgData name="Иван Климарев" userId="6e07b5d3a3d13876" providerId="LiveId" clId="{15BF4059-9C21-4AC7-B8B0-2E8FBD7CAD7D}" dt="2026-01-06T17:00:32.974" v="1253" actId="12"/>
          <ac:spMkLst>
            <pc:docMk/>
            <pc:sldMk cId="510405018" sldId="419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6T17:00:02.504" v="1251"/>
          <ac:spMkLst>
            <pc:docMk/>
            <pc:sldMk cId="510405018" sldId="419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6T17:01:14.992" v="1263" actId="6549"/>
        <pc:sldMkLst>
          <pc:docMk/>
          <pc:sldMk cId="316766981" sldId="420"/>
        </pc:sldMkLst>
        <pc:spChg chg="mod">
          <ac:chgData name="Иван Климарев" userId="6e07b5d3a3d13876" providerId="LiveId" clId="{15BF4059-9C21-4AC7-B8B0-2E8FBD7CAD7D}" dt="2026-01-06T17:01:14.992" v="1263" actId="6549"/>
          <ac:spMkLst>
            <pc:docMk/>
            <pc:sldMk cId="316766981" sldId="420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6T17:00:46.933" v="1259"/>
          <ac:spMkLst>
            <pc:docMk/>
            <pc:sldMk cId="316766981" sldId="420"/>
            <ac:spMk id="17" creationId="{00000000-0000-0000-0000-000000000000}"/>
          </ac:spMkLst>
        </pc:spChg>
      </pc:sldChg>
      <pc:sldChg chg="modSp add mod modNotesTx">
        <pc:chgData name="Иван Климарев" userId="6e07b5d3a3d13876" providerId="LiveId" clId="{15BF4059-9C21-4AC7-B8B0-2E8FBD7CAD7D}" dt="2026-01-07T15:48:14.488" v="1355"/>
        <pc:sldMkLst>
          <pc:docMk/>
          <pc:sldMk cId="3675313168" sldId="421"/>
        </pc:sldMkLst>
        <pc:spChg chg="mod">
          <ac:chgData name="Иван Климарев" userId="6e07b5d3a3d13876" providerId="LiveId" clId="{15BF4059-9C21-4AC7-B8B0-2E8FBD7CAD7D}" dt="2026-01-06T17:02:20.288" v="1271" actId="6549"/>
          <ac:spMkLst>
            <pc:docMk/>
            <pc:sldMk cId="3675313168" sldId="421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6T17:01:55.953" v="1267"/>
          <ac:spMkLst>
            <pc:docMk/>
            <pc:sldMk cId="3675313168" sldId="421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6T17:03:47.305" v="1277" actId="12"/>
        <pc:sldMkLst>
          <pc:docMk/>
          <pc:sldMk cId="3469870375" sldId="422"/>
        </pc:sldMkLst>
        <pc:spChg chg="mod">
          <ac:chgData name="Иван Климарев" userId="6e07b5d3a3d13876" providerId="LiveId" clId="{15BF4059-9C21-4AC7-B8B0-2E8FBD7CAD7D}" dt="2026-01-06T17:03:47.305" v="1277" actId="12"/>
          <ac:spMkLst>
            <pc:docMk/>
            <pc:sldMk cId="3469870375" sldId="422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6T17:03:24.789" v="1275"/>
          <ac:spMkLst>
            <pc:docMk/>
            <pc:sldMk cId="3469870375" sldId="422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6T17:04:57.443" v="1294" actId="11"/>
        <pc:sldMkLst>
          <pc:docMk/>
          <pc:sldMk cId="3461395987" sldId="423"/>
        </pc:sldMkLst>
        <pc:spChg chg="mod">
          <ac:chgData name="Иван Климарев" userId="6e07b5d3a3d13876" providerId="LiveId" clId="{15BF4059-9C21-4AC7-B8B0-2E8FBD7CAD7D}" dt="2026-01-06T17:04:57.443" v="1294" actId="11"/>
          <ac:spMkLst>
            <pc:docMk/>
            <pc:sldMk cId="3461395987" sldId="423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6T17:04:01.063" v="1281"/>
          <ac:spMkLst>
            <pc:docMk/>
            <pc:sldMk cId="3461395987" sldId="423"/>
            <ac:spMk id="17" creationId="{00000000-0000-0000-0000-000000000000}"/>
          </ac:spMkLst>
        </pc:spChg>
      </pc:sldChg>
      <pc:sldChg chg="modSp add mod modNotesTx">
        <pc:chgData name="Иван Климарев" userId="6e07b5d3a3d13876" providerId="LiveId" clId="{15BF4059-9C21-4AC7-B8B0-2E8FBD7CAD7D}" dt="2026-01-07T15:48:28.574" v="1356"/>
        <pc:sldMkLst>
          <pc:docMk/>
          <pc:sldMk cId="1436943562" sldId="424"/>
        </pc:sldMkLst>
        <pc:spChg chg="mod">
          <ac:chgData name="Иван Климарев" userId="6e07b5d3a3d13876" providerId="LiveId" clId="{15BF4059-9C21-4AC7-B8B0-2E8FBD7CAD7D}" dt="2026-01-06T17:05:47.958" v="1301" actId="21"/>
          <ac:spMkLst>
            <pc:docMk/>
            <pc:sldMk cId="1436943562" sldId="424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6T17:05:15.573" v="1298"/>
          <ac:spMkLst>
            <pc:docMk/>
            <pc:sldMk cId="1436943562" sldId="424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6T17:05:52.820" v="1304" actId="12"/>
        <pc:sldMkLst>
          <pc:docMk/>
          <pc:sldMk cId="2676999264" sldId="425"/>
        </pc:sldMkLst>
        <pc:spChg chg="mod">
          <ac:chgData name="Иван Климарев" userId="6e07b5d3a3d13876" providerId="LiveId" clId="{15BF4059-9C21-4AC7-B8B0-2E8FBD7CAD7D}" dt="2026-01-06T17:05:52.820" v="1304" actId="12"/>
          <ac:spMkLst>
            <pc:docMk/>
            <pc:sldMk cId="2676999264" sldId="425"/>
            <ac:spMk id="4" creationId="{24F0517E-D376-44C5-B9BE-9E78A89BBE69}"/>
          </ac:spMkLst>
        </pc:spChg>
      </pc:sldChg>
      <pc:sldChg chg="modSp add mod">
        <pc:chgData name="Иван Климарев" userId="6e07b5d3a3d13876" providerId="LiveId" clId="{15BF4059-9C21-4AC7-B8B0-2E8FBD7CAD7D}" dt="2026-01-06T17:06:42.374" v="1314" actId="20577"/>
        <pc:sldMkLst>
          <pc:docMk/>
          <pc:sldMk cId="1257181555" sldId="426"/>
        </pc:sldMkLst>
        <pc:spChg chg="mod">
          <ac:chgData name="Иван Климарев" userId="6e07b5d3a3d13876" providerId="LiveId" clId="{15BF4059-9C21-4AC7-B8B0-2E8FBD7CAD7D}" dt="2026-01-06T17:06:42.374" v="1314" actId="20577"/>
          <ac:spMkLst>
            <pc:docMk/>
            <pc:sldMk cId="1257181555" sldId="426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6T17:06:09.674" v="1308"/>
          <ac:spMkLst>
            <pc:docMk/>
            <pc:sldMk cId="1257181555" sldId="426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6T17:07:15.858" v="1320" actId="12"/>
        <pc:sldMkLst>
          <pc:docMk/>
          <pc:sldMk cId="2743502498" sldId="427"/>
        </pc:sldMkLst>
        <pc:spChg chg="mod">
          <ac:chgData name="Иван Климарев" userId="6e07b5d3a3d13876" providerId="LiveId" clId="{15BF4059-9C21-4AC7-B8B0-2E8FBD7CAD7D}" dt="2026-01-06T17:07:15.858" v="1320" actId="12"/>
          <ac:spMkLst>
            <pc:docMk/>
            <pc:sldMk cId="2743502498" sldId="427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6T17:07:01.593" v="1318"/>
          <ac:spMkLst>
            <pc:docMk/>
            <pc:sldMk cId="2743502498" sldId="427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6T17:07:50.581" v="1327" actId="12"/>
        <pc:sldMkLst>
          <pc:docMk/>
          <pc:sldMk cId="3200358886" sldId="428"/>
        </pc:sldMkLst>
        <pc:spChg chg="mod">
          <ac:chgData name="Иван Климарев" userId="6e07b5d3a3d13876" providerId="LiveId" clId="{15BF4059-9C21-4AC7-B8B0-2E8FBD7CAD7D}" dt="2026-01-06T17:07:50.581" v="1327" actId="12"/>
          <ac:spMkLst>
            <pc:docMk/>
            <pc:sldMk cId="3200358886" sldId="428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6T17:07:31.236" v="1324"/>
          <ac:spMkLst>
            <pc:docMk/>
            <pc:sldMk cId="3200358886" sldId="428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6T17:08:35.157" v="1333" actId="12"/>
        <pc:sldMkLst>
          <pc:docMk/>
          <pc:sldMk cId="2557592258" sldId="429"/>
        </pc:sldMkLst>
        <pc:spChg chg="mod">
          <ac:chgData name="Иван Климарев" userId="6e07b5d3a3d13876" providerId="LiveId" clId="{15BF4059-9C21-4AC7-B8B0-2E8FBD7CAD7D}" dt="2026-01-06T17:08:35.157" v="1333" actId="12"/>
          <ac:spMkLst>
            <pc:docMk/>
            <pc:sldMk cId="2557592258" sldId="429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6T17:08:11.954" v="1331"/>
          <ac:spMkLst>
            <pc:docMk/>
            <pc:sldMk cId="2557592258" sldId="429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6T17:09:05.222" v="1339" actId="12"/>
        <pc:sldMkLst>
          <pc:docMk/>
          <pc:sldMk cId="969328209" sldId="430"/>
        </pc:sldMkLst>
        <pc:spChg chg="mod">
          <ac:chgData name="Иван Климарев" userId="6e07b5d3a3d13876" providerId="LiveId" clId="{15BF4059-9C21-4AC7-B8B0-2E8FBD7CAD7D}" dt="2026-01-06T17:09:05.222" v="1339" actId="12"/>
          <ac:spMkLst>
            <pc:docMk/>
            <pc:sldMk cId="969328209" sldId="430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6T17:08:49.220" v="1337"/>
          <ac:spMkLst>
            <pc:docMk/>
            <pc:sldMk cId="969328209" sldId="430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15BF4059-9C21-4AC7-B8B0-2E8FBD7CAD7D}" dt="2026-01-06T17:09:49.510" v="1345" actId="12"/>
        <pc:sldMkLst>
          <pc:docMk/>
          <pc:sldMk cId="3514591447" sldId="431"/>
        </pc:sldMkLst>
        <pc:spChg chg="mod">
          <ac:chgData name="Иван Климарев" userId="6e07b5d3a3d13876" providerId="LiveId" clId="{15BF4059-9C21-4AC7-B8B0-2E8FBD7CAD7D}" dt="2026-01-06T17:09:49.510" v="1345" actId="12"/>
          <ac:spMkLst>
            <pc:docMk/>
            <pc:sldMk cId="3514591447" sldId="431"/>
            <ac:spMk id="4" creationId="{24F0517E-D376-44C5-B9BE-9E78A89BBE69}"/>
          </ac:spMkLst>
        </pc:spChg>
        <pc:spChg chg="mod">
          <ac:chgData name="Иван Климарев" userId="6e07b5d3a3d13876" providerId="LiveId" clId="{15BF4059-9C21-4AC7-B8B0-2E8FBD7CAD7D}" dt="2026-01-06T17:09:32.010" v="1343"/>
          <ac:spMkLst>
            <pc:docMk/>
            <pc:sldMk cId="3514591447" sldId="431"/>
            <ac:spMk id="17" creationId="{00000000-0000-0000-0000-000000000000}"/>
          </ac:spMkLst>
        </pc:spChg>
      </pc:sldChg>
    </pc:docChg>
  </pc:docChgLst>
  <pc:docChgLst>
    <pc:chgData name="Иван Климарев" userId="6e07b5d3a3d13876" providerId="LiveId" clId="{F303F461-9C54-48C5-B524-85AD7CC819D9}"/>
    <pc:docChg chg="undo redo custSel addSld delSld modSld sldOrd">
      <pc:chgData name="Иван Климарев" userId="6e07b5d3a3d13876" providerId="LiveId" clId="{F303F461-9C54-48C5-B524-85AD7CC819D9}" dt="2024-08-28T14:31:04.879" v="2917" actId="20577"/>
      <pc:docMkLst>
        <pc:docMk/>
      </pc:docMkLst>
      <pc:sldChg chg="modSp mod">
        <pc:chgData name="Иван Климарев" userId="6e07b5d3a3d13876" providerId="LiveId" clId="{F303F461-9C54-48C5-B524-85AD7CC819D9}" dt="2024-08-22T04:29:52.535" v="24" actId="14100"/>
        <pc:sldMkLst>
          <pc:docMk/>
          <pc:sldMk cId="0" sldId="256"/>
        </pc:sldMkLst>
        <pc:spChg chg="mod">
          <ac:chgData name="Иван Климарев" userId="6e07b5d3a3d13876" providerId="LiveId" clId="{F303F461-9C54-48C5-B524-85AD7CC819D9}" dt="2024-08-22T04:29:52.535" v="24" actId="14100"/>
          <ac:spMkLst>
            <pc:docMk/>
            <pc:sldMk cId="0" sldId="256"/>
            <ac:spMk id="17" creationId="{00000000-0000-0000-0000-000000000000}"/>
          </ac:spMkLst>
        </pc:spChg>
      </pc:sldChg>
      <pc:sldChg chg="addSp modSp mod">
        <pc:chgData name="Иван Климарев" userId="6e07b5d3a3d13876" providerId="LiveId" clId="{F303F461-9C54-48C5-B524-85AD7CC819D9}" dt="2024-08-22T07:56:10.920" v="81"/>
        <pc:sldMkLst>
          <pc:docMk/>
          <pc:sldMk cId="1477581845" sldId="268"/>
        </pc:sldMkLst>
        <pc:spChg chg="add mod">
          <ac:chgData name="Иван Климарев" userId="6e07b5d3a3d13876" providerId="LiveId" clId="{F303F461-9C54-48C5-B524-85AD7CC819D9}" dt="2024-08-22T07:56:10.920" v="81"/>
          <ac:spMkLst>
            <pc:docMk/>
            <pc:sldMk cId="1477581845" sldId="268"/>
            <ac:spMk id="4" creationId="{24F0517E-D376-44C5-B9BE-9E78A89BBE69}"/>
          </ac:spMkLst>
        </pc:spChg>
        <pc:spChg chg="mod">
          <ac:chgData name="Иван Климарев" userId="6e07b5d3a3d13876" providerId="LiveId" clId="{F303F461-9C54-48C5-B524-85AD7CC819D9}" dt="2024-08-22T04:31:24.285" v="75" actId="20577"/>
          <ac:spMkLst>
            <pc:docMk/>
            <pc:sldMk cId="1477581845" sldId="268"/>
            <ac:spMk id="17" creationId="{00000000-0000-0000-0000-000000000000}"/>
          </ac:spMkLst>
        </pc:spChg>
      </pc:sldChg>
      <pc:sldChg chg="addSp modSp add mod">
        <pc:chgData name="Иван Климарев" userId="6e07b5d3a3d13876" providerId="LiveId" clId="{F303F461-9C54-48C5-B524-85AD7CC819D9}" dt="2024-08-22T13:41:09.973" v="2303"/>
        <pc:sldMkLst>
          <pc:docMk/>
          <pc:sldMk cId="2190684464" sldId="269"/>
        </pc:sldMkLst>
        <pc:spChg chg="add mod">
          <ac:chgData name="Иван Климарев" userId="6e07b5d3a3d13876" providerId="LiveId" clId="{F303F461-9C54-48C5-B524-85AD7CC819D9}" dt="2024-08-22T13:41:09.973" v="2303"/>
          <ac:spMkLst>
            <pc:docMk/>
            <pc:sldMk cId="2190684464" sldId="269"/>
            <ac:spMk id="4" creationId="{3DFC23B5-7F43-4B21-89F9-F3B93FE56CDA}"/>
          </ac:spMkLst>
        </pc:spChg>
        <pc:spChg chg="mod">
          <ac:chgData name="Иван Климарев" userId="6e07b5d3a3d13876" providerId="LiveId" clId="{F303F461-9C54-48C5-B524-85AD7CC819D9}" dt="2024-08-22T04:30:14.700" v="31"/>
          <ac:spMkLst>
            <pc:docMk/>
            <pc:sldMk cId="2190684464" sldId="269"/>
            <ac:spMk id="17" creationId="{00000000-0000-0000-0000-000000000000}"/>
          </ac:spMkLst>
        </pc:spChg>
      </pc:sldChg>
      <pc:sldChg chg="addSp modSp add mod">
        <pc:chgData name="Иван Климарев" userId="6e07b5d3a3d13876" providerId="LiveId" clId="{F303F461-9C54-48C5-B524-85AD7CC819D9}" dt="2024-08-22T13:50:34.717" v="2558" actId="2710"/>
        <pc:sldMkLst>
          <pc:docMk/>
          <pc:sldMk cId="3372871270" sldId="270"/>
        </pc:sldMkLst>
        <pc:spChg chg="add mod">
          <ac:chgData name="Иван Климарев" userId="6e07b5d3a3d13876" providerId="LiveId" clId="{F303F461-9C54-48C5-B524-85AD7CC819D9}" dt="2024-08-22T13:50:34.717" v="2558" actId="2710"/>
          <ac:spMkLst>
            <pc:docMk/>
            <pc:sldMk cId="3372871270" sldId="270"/>
            <ac:spMk id="4" creationId="{75BEF29E-F266-43F1-B2BA-FC63592B5FEC}"/>
          </ac:spMkLst>
        </pc:spChg>
        <pc:spChg chg="mod">
          <ac:chgData name="Иван Климарев" userId="6e07b5d3a3d13876" providerId="LiveId" clId="{F303F461-9C54-48C5-B524-85AD7CC819D9}" dt="2024-08-22T04:30:23.549" v="35"/>
          <ac:spMkLst>
            <pc:docMk/>
            <pc:sldMk cId="3372871270" sldId="270"/>
            <ac:spMk id="17" creationId="{00000000-0000-0000-0000-000000000000}"/>
          </ac:spMkLst>
        </pc:spChg>
      </pc:sldChg>
      <pc:sldChg chg="addSp modSp add mod">
        <pc:chgData name="Иван Климарев" userId="6e07b5d3a3d13876" providerId="LiveId" clId="{F303F461-9C54-48C5-B524-85AD7CC819D9}" dt="2024-08-22T13:42:40.437" v="2497" actId="20577"/>
        <pc:sldMkLst>
          <pc:docMk/>
          <pc:sldMk cId="3999242315" sldId="271"/>
        </pc:sldMkLst>
        <pc:spChg chg="add mod">
          <ac:chgData name="Иван Климарев" userId="6e07b5d3a3d13876" providerId="LiveId" clId="{F303F461-9C54-48C5-B524-85AD7CC819D9}" dt="2024-08-22T13:42:40.437" v="2497" actId="20577"/>
          <ac:spMkLst>
            <pc:docMk/>
            <pc:sldMk cId="3999242315" sldId="271"/>
            <ac:spMk id="4" creationId="{0AE8B957-808D-42EF-8131-E08D206B944C}"/>
          </ac:spMkLst>
        </pc:spChg>
        <pc:spChg chg="mod">
          <ac:chgData name="Иван Климарев" userId="6e07b5d3a3d13876" providerId="LiveId" clId="{F303F461-9C54-48C5-B524-85AD7CC819D9}" dt="2024-08-22T04:30:32.844" v="39"/>
          <ac:spMkLst>
            <pc:docMk/>
            <pc:sldMk cId="3999242315" sldId="271"/>
            <ac:spMk id="17" creationId="{00000000-0000-0000-0000-000000000000}"/>
          </ac:spMkLst>
        </pc:spChg>
      </pc:sldChg>
      <pc:sldChg chg="addSp delSp modSp add mod">
        <pc:chgData name="Иван Климарев" userId="6e07b5d3a3d13876" providerId="LiveId" clId="{F303F461-9C54-48C5-B524-85AD7CC819D9}" dt="2024-08-28T14:10:30.523" v="2721"/>
        <pc:sldMkLst>
          <pc:docMk/>
          <pc:sldMk cId="840365128" sldId="272"/>
        </pc:sldMkLst>
        <pc:spChg chg="add mod">
          <ac:chgData name="Иван Климарев" userId="6e07b5d3a3d13876" providerId="LiveId" clId="{F303F461-9C54-48C5-B524-85AD7CC819D9}" dt="2024-08-22T13:44:55.566" v="2501" actId="6549"/>
          <ac:spMkLst>
            <pc:docMk/>
            <pc:sldMk cId="840365128" sldId="272"/>
            <ac:spMk id="4" creationId="{DB2B9277-EB71-4503-8DDD-EB4BB9662270}"/>
          </ac:spMkLst>
        </pc:spChg>
        <pc:spChg chg="add mod">
          <ac:chgData name="Иван Климарев" userId="6e07b5d3a3d13876" providerId="LiveId" clId="{F303F461-9C54-48C5-B524-85AD7CC819D9}" dt="2024-08-28T14:10:30.523" v="2721"/>
          <ac:spMkLst>
            <pc:docMk/>
            <pc:sldMk cId="840365128" sldId="272"/>
            <ac:spMk id="6" creationId="{800A0791-90C7-44E4-9203-D375878E32EB}"/>
          </ac:spMkLst>
        </pc:spChg>
        <pc:spChg chg="mod">
          <ac:chgData name="Иван Климарев" userId="6e07b5d3a3d13876" providerId="LiveId" clId="{F303F461-9C54-48C5-B524-85AD7CC819D9}" dt="2024-08-28T14:10:03.239" v="2716" actId="20577"/>
          <ac:spMkLst>
            <pc:docMk/>
            <pc:sldMk cId="840365128" sldId="272"/>
            <ac:spMk id="17" creationId="{00000000-0000-0000-0000-000000000000}"/>
          </ac:spMkLst>
        </pc:spChg>
        <pc:picChg chg="add del mod">
          <ac:chgData name="Иван Климарев" userId="6e07b5d3a3d13876" providerId="LiveId" clId="{F303F461-9C54-48C5-B524-85AD7CC819D9}" dt="2024-08-28T14:10:06.197" v="2717" actId="478"/>
          <ac:picMkLst>
            <pc:docMk/>
            <pc:sldMk cId="840365128" sldId="272"/>
            <ac:picMk id="1026" creationId="{F199FE3A-5D9C-42E0-860C-E78B95ABD74E}"/>
          </ac:picMkLst>
        </pc:picChg>
      </pc:sldChg>
      <pc:sldChg chg="addSp modSp add mod">
        <pc:chgData name="Иван Климарев" userId="6e07b5d3a3d13876" providerId="LiveId" clId="{F303F461-9C54-48C5-B524-85AD7CC819D9}" dt="2024-08-22T07:56:35.575" v="88"/>
        <pc:sldMkLst>
          <pc:docMk/>
          <pc:sldMk cId="4231936673" sldId="273"/>
        </pc:sldMkLst>
        <pc:spChg chg="add mod">
          <ac:chgData name="Иван Климарев" userId="6e07b5d3a3d13876" providerId="LiveId" clId="{F303F461-9C54-48C5-B524-85AD7CC819D9}" dt="2024-08-22T07:56:35.575" v="88"/>
          <ac:spMkLst>
            <pc:docMk/>
            <pc:sldMk cId="4231936673" sldId="273"/>
            <ac:spMk id="4" creationId="{5C7ED8EE-FCDC-4EB6-B1C7-4DD8A5FE9A55}"/>
          </ac:spMkLst>
        </pc:spChg>
        <pc:spChg chg="mod">
          <ac:chgData name="Иван Климарев" userId="6e07b5d3a3d13876" providerId="LiveId" clId="{F303F461-9C54-48C5-B524-85AD7CC819D9}" dt="2024-08-22T04:30:49.233" v="47"/>
          <ac:spMkLst>
            <pc:docMk/>
            <pc:sldMk cId="4231936673" sldId="273"/>
            <ac:spMk id="17" creationId="{00000000-0000-0000-0000-000000000000}"/>
          </ac:spMkLst>
        </pc:spChg>
      </pc:sldChg>
      <pc:sldChg chg="addSp modSp add mod">
        <pc:chgData name="Иван Климарев" userId="6e07b5d3a3d13876" providerId="LiveId" clId="{F303F461-9C54-48C5-B524-85AD7CC819D9}" dt="2024-08-22T07:56:36.756" v="89"/>
        <pc:sldMkLst>
          <pc:docMk/>
          <pc:sldMk cId="1588943381" sldId="274"/>
        </pc:sldMkLst>
        <pc:spChg chg="add mod">
          <ac:chgData name="Иван Климарев" userId="6e07b5d3a3d13876" providerId="LiveId" clId="{F303F461-9C54-48C5-B524-85AD7CC819D9}" dt="2024-08-22T07:56:36.756" v="89"/>
          <ac:spMkLst>
            <pc:docMk/>
            <pc:sldMk cId="1588943381" sldId="274"/>
            <ac:spMk id="4" creationId="{410C9ECF-EB32-4D06-BDEB-72D0DC56C0C8}"/>
          </ac:spMkLst>
        </pc:spChg>
        <pc:spChg chg="mod">
          <ac:chgData name="Иван Климарев" userId="6e07b5d3a3d13876" providerId="LiveId" clId="{F303F461-9C54-48C5-B524-85AD7CC819D9}" dt="2024-08-22T04:31:05.119" v="52" actId="14100"/>
          <ac:spMkLst>
            <pc:docMk/>
            <pc:sldMk cId="1588943381" sldId="274"/>
            <ac:spMk id="17" creationId="{00000000-0000-0000-0000-000000000000}"/>
          </ac:spMkLst>
        </pc:spChg>
      </pc:sldChg>
      <pc:sldChg chg="addSp modSp add mod">
        <pc:chgData name="Иван Климарев" userId="6e07b5d3a3d13876" providerId="LiveId" clId="{F303F461-9C54-48C5-B524-85AD7CC819D9}" dt="2024-08-22T09:46:15.756" v="100" actId="1076"/>
        <pc:sldMkLst>
          <pc:docMk/>
          <pc:sldMk cId="1291955567" sldId="275"/>
        </pc:sldMkLst>
        <pc:spChg chg="add mod">
          <ac:chgData name="Иван Климарев" userId="6e07b5d3a3d13876" providerId="LiveId" clId="{F303F461-9C54-48C5-B524-85AD7CC819D9}" dt="2024-08-22T09:46:13.483" v="99" actId="14100"/>
          <ac:spMkLst>
            <pc:docMk/>
            <pc:sldMk cId="1291955567" sldId="275"/>
            <ac:spMk id="4" creationId="{A9BFBEC6-A40E-489B-AF1B-DDE31489B983}"/>
          </ac:spMkLst>
        </pc:spChg>
        <pc:picChg chg="add mod">
          <ac:chgData name="Иван Климарев" userId="6e07b5d3a3d13876" providerId="LiveId" clId="{F303F461-9C54-48C5-B524-85AD7CC819D9}" dt="2024-08-22T09:46:15.756" v="100" actId="1076"/>
          <ac:picMkLst>
            <pc:docMk/>
            <pc:sldMk cId="1291955567" sldId="275"/>
            <ac:picMk id="2" creationId="{7086F721-3F4D-4B09-81E5-69561DF41465}"/>
          </ac:picMkLst>
        </pc:picChg>
      </pc:sldChg>
      <pc:sldChg chg="delSp modSp add mod">
        <pc:chgData name="Иван Климарев" userId="6e07b5d3a3d13876" providerId="LiveId" clId="{F303F461-9C54-48C5-B524-85AD7CC819D9}" dt="2024-08-22T09:49:51.611" v="134" actId="6549"/>
        <pc:sldMkLst>
          <pc:docMk/>
          <pc:sldMk cId="2531047815" sldId="276"/>
        </pc:sldMkLst>
        <pc:spChg chg="mod">
          <ac:chgData name="Иван Климарев" userId="6e07b5d3a3d13876" providerId="LiveId" clId="{F303F461-9C54-48C5-B524-85AD7CC819D9}" dt="2024-08-22T09:49:51.611" v="134" actId="6549"/>
          <ac:spMkLst>
            <pc:docMk/>
            <pc:sldMk cId="2531047815" sldId="276"/>
            <ac:spMk id="4" creationId="{A9BFBEC6-A40E-489B-AF1B-DDE31489B983}"/>
          </ac:spMkLst>
        </pc:spChg>
        <pc:spChg chg="mod">
          <ac:chgData name="Иван Климарев" userId="6e07b5d3a3d13876" providerId="LiveId" clId="{F303F461-9C54-48C5-B524-85AD7CC819D9}" dt="2024-08-22T09:47:00.772" v="109"/>
          <ac:spMkLst>
            <pc:docMk/>
            <pc:sldMk cId="2531047815" sldId="276"/>
            <ac:spMk id="17" creationId="{00000000-0000-0000-0000-000000000000}"/>
          </ac:spMkLst>
        </pc:spChg>
        <pc:picChg chg="del">
          <ac:chgData name="Иван Климарев" userId="6e07b5d3a3d13876" providerId="LiveId" clId="{F303F461-9C54-48C5-B524-85AD7CC819D9}" dt="2024-08-22T09:46:20.844" v="101" actId="478"/>
          <ac:picMkLst>
            <pc:docMk/>
            <pc:sldMk cId="2531047815" sldId="276"/>
            <ac:picMk id="2" creationId="{7086F721-3F4D-4B09-81E5-69561DF41465}"/>
          </ac:picMkLst>
        </pc:picChg>
      </pc:sldChg>
      <pc:sldChg chg="modSp add mod">
        <pc:chgData name="Иван Климарев" userId="6e07b5d3a3d13876" providerId="LiveId" clId="{F303F461-9C54-48C5-B524-85AD7CC819D9}" dt="2024-08-22T09:47:39.653" v="116"/>
        <pc:sldMkLst>
          <pc:docMk/>
          <pc:sldMk cId="2689258481" sldId="277"/>
        </pc:sldMkLst>
        <pc:spChg chg="mod">
          <ac:chgData name="Иван Климарев" userId="6e07b5d3a3d13876" providerId="LiveId" clId="{F303F461-9C54-48C5-B524-85AD7CC819D9}" dt="2024-08-22T09:47:39.653" v="116"/>
          <ac:spMkLst>
            <pc:docMk/>
            <pc:sldMk cId="2689258481" sldId="277"/>
            <ac:spMk id="4" creationId="{A9BFBEC6-A40E-489B-AF1B-DDE31489B983}"/>
          </ac:spMkLst>
        </pc:spChg>
      </pc:sldChg>
      <pc:sldChg chg="modSp add mod">
        <pc:chgData name="Иван Климарев" userId="6e07b5d3a3d13876" providerId="LiveId" clId="{F303F461-9C54-48C5-B524-85AD7CC819D9}" dt="2024-08-22T13:51:24.412" v="2569" actId="12"/>
        <pc:sldMkLst>
          <pc:docMk/>
          <pc:sldMk cId="4025063768" sldId="278"/>
        </pc:sldMkLst>
        <pc:spChg chg="mod">
          <ac:chgData name="Иван Климарев" userId="6e07b5d3a3d13876" providerId="LiveId" clId="{F303F461-9C54-48C5-B524-85AD7CC819D9}" dt="2024-08-22T13:51:24.412" v="2569" actId="12"/>
          <ac:spMkLst>
            <pc:docMk/>
            <pc:sldMk cId="4025063768" sldId="278"/>
            <ac:spMk id="4" creationId="{A9BFBEC6-A40E-489B-AF1B-DDE31489B983}"/>
          </ac:spMkLst>
        </pc:spChg>
      </pc:sldChg>
      <pc:sldChg chg="addSp modSp add mod ord">
        <pc:chgData name="Иван Климарев" userId="6e07b5d3a3d13876" providerId="LiveId" clId="{F303F461-9C54-48C5-B524-85AD7CC819D9}" dt="2024-08-22T09:51:16.056" v="136"/>
        <pc:sldMkLst>
          <pc:docMk/>
          <pc:sldMk cId="658090367" sldId="279"/>
        </pc:sldMkLst>
        <pc:spChg chg="mod">
          <ac:chgData name="Иван Климарев" userId="6e07b5d3a3d13876" providerId="LiveId" clId="{F303F461-9C54-48C5-B524-85AD7CC819D9}" dt="2024-08-22T09:48:11.840" v="119" actId="6549"/>
          <ac:spMkLst>
            <pc:docMk/>
            <pc:sldMk cId="658090367" sldId="279"/>
            <ac:spMk id="4" creationId="{A9BFBEC6-A40E-489B-AF1B-DDE31489B983}"/>
          </ac:spMkLst>
        </pc:spChg>
        <pc:spChg chg="mod">
          <ac:chgData name="Иван Климарев" userId="6e07b5d3a3d13876" providerId="LiveId" clId="{F303F461-9C54-48C5-B524-85AD7CC819D9}" dt="2024-08-22T09:48:24.762" v="133" actId="20577"/>
          <ac:spMkLst>
            <pc:docMk/>
            <pc:sldMk cId="658090367" sldId="279"/>
            <ac:spMk id="17" creationId="{00000000-0000-0000-0000-000000000000}"/>
          </ac:spMkLst>
        </pc:spChg>
        <pc:picChg chg="add mod">
          <ac:chgData name="Иван Климарев" userId="6e07b5d3a3d13876" providerId="LiveId" clId="{F303F461-9C54-48C5-B524-85AD7CC819D9}" dt="2024-08-22T09:48:17.902" v="121" actId="14100"/>
          <ac:picMkLst>
            <pc:docMk/>
            <pc:sldMk cId="658090367" sldId="279"/>
            <ac:picMk id="2" creationId="{1F9A197D-EC64-4D99-ADA7-FCAB7B41A13D}"/>
          </ac:picMkLst>
        </pc:picChg>
      </pc:sldChg>
      <pc:sldChg chg="modSp add mod">
        <pc:chgData name="Иван Климарев" userId="6e07b5d3a3d13876" providerId="LiveId" clId="{F303F461-9C54-48C5-B524-85AD7CC819D9}" dt="2024-08-22T13:51:15.303" v="2568" actId="2710"/>
        <pc:sldMkLst>
          <pc:docMk/>
          <pc:sldMk cId="2471277757" sldId="280"/>
        </pc:sldMkLst>
        <pc:spChg chg="mod">
          <ac:chgData name="Иван Климарев" userId="6e07b5d3a3d13876" providerId="LiveId" clId="{F303F461-9C54-48C5-B524-85AD7CC819D9}" dt="2024-08-22T13:51:15.303" v="2568" actId="2710"/>
          <ac:spMkLst>
            <pc:docMk/>
            <pc:sldMk cId="2471277757" sldId="280"/>
            <ac:spMk id="4" creationId="{A9BFBEC6-A40E-489B-AF1B-DDE31489B983}"/>
          </ac:spMkLst>
        </pc:spChg>
        <pc:spChg chg="mod">
          <ac:chgData name="Иван Климарев" userId="6e07b5d3a3d13876" providerId="LiveId" clId="{F303F461-9C54-48C5-B524-85AD7CC819D9}" dt="2024-08-22T09:56:38.276" v="393" actId="20577"/>
          <ac:spMkLst>
            <pc:docMk/>
            <pc:sldMk cId="2471277757" sldId="280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F303F461-9C54-48C5-B524-85AD7CC819D9}" dt="2024-08-22T13:51:09.315" v="2567" actId="2710"/>
        <pc:sldMkLst>
          <pc:docMk/>
          <pc:sldMk cId="3639389694" sldId="281"/>
        </pc:sldMkLst>
        <pc:spChg chg="mod">
          <ac:chgData name="Иван Климарев" userId="6e07b5d3a3d13876" providerId="LiveId" clId="{F303F461-9C54-48C5-B524-85AD7CC819D9}" dt="2024-08-22T13:51:09.315" v="2567" actId="2710"/>
          <ac:spMkLst>
            <pc:docMk/>
            <pc:sldMk cId="3639389694" sldId="281"/>
            <ac:spMk id="4" creationId="{A9BFBEC6-A40E-489B-AF1B-DDE31489B983}"/>
          </ac:spMkLst>
        </pc:spChg>
      </pc:sldChg>
      <pc:sldChg chg="modSp add mod">
        <pc:chgData name="Иван Климарев" userId="6e07b5d3a3d13876" providerId="LiveId" clId="{F303F461-9C54-48C5-B524-85AD7CC819D9}" dt="2024-08-22T13:51:05.399" v="2566" actId="2710"/>
        <pc:sldMkLst>
          <pc:docMk/>
          <pc:sldMk cId="1834938895" sldId="282"/>
        </pc:sldMkLst>
        <pc:spChg chg="mod">
          <ac:chgData name="Иван Климарев" userId="6e07b5d3a3d13876" providerId="LiveId" clId="{F303F461-9C54-48C5-B524-85AD7CC819D9}" dt="2024-08-22T13:51:05.399" v="2566" actId="2710"/>
          <ac:spMkLst>
            <pc:docMk/>
            <pc:sldMk cId="1834938895" sldId="282"/>
            <ac:spMk id="4" creationId="{A9BFBEC6-A40E-489B-AF1B-DDE31489B983}"/>
          </ac:spMkLst>
        </pc:spChg>
        <pc:spChg chg="mod">
          <ac:chgData name="Иван Климарев" userId="6e07b5d3a3d13876" providerId="LiveId" clId="{F303F461-9C54-48C5-B524-85AD7CC819D9}" dt="2024-08-22T10:40:11.521" v="838" actId="20577"/>
          <ac:spMkLst>
            <pc:docMk/>
            <pc:sldMk cId="1834938895" sldId="282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F303F461-9C54-48C5-B524-85AD7CC819D9}" dt="2024-08-22T13:50:48.416" v="2560" actId="2710"/>
        <pc:sldMkLst>
          <pc:docMk/>
          <pc:sldMk cId="4277460676" sldId="283"/>
        </pc:sldMkLst>
        <pc:spChg chg="mod">
          <ac:chgData name="Иван Климарев" userId="6e07b5d3a3d13876" providerId="LiveId" clId="{F303F461-9C54-48C5-B524-85AD7CC819D9}" dt="2024-08-22T13:50:48.416" v="2560" actId="2710"/>
          <ac:spMkLst>
            <pc:docMk/>
            <pc:sldMk cId="4277460676" sldId="283"/>
            <ac:spMk id="4" creationId="{A9BFBEC6-A40E-489B-AF1B-DDE31489B983}"/>
          </ac:spMkLst>
        </pc:spChg>
        <pc:spChg chg="mod">
          <ac:chgData name="Иван Климарев" userId="6e07b5d3a3d13876" providerId="LiveId" clId="{F303F461-9C54-48C5-B524-85AD7CC819D9}" dt="2024-08-22T13:21:49.229" v="1040" actId="20577"/>
          <ac:spMkLst>
            <pc:docMk/>
            <pc:sldMk cId="4277460676" sldId="283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F303F461-9C54-48C5-B524-85AD7CC819D9}" dt="2024-08-22T13:50:30.122" v="2557" actId="2710"/>
        <pc:sldMkLst>
          <pc:docMk/>
          <pc:sldMk cId="1417616948" sldId="284"/>
        </pc:sldMkLst>
        <pc:spChg chg="mod">
          <ac:chgData name="Иван Климарев" userId="6e07b5d3a3d13876" providerId="LiveId" clId="{F303F461-9C54-48C5-B524-85AD7CC819D9}" dt="2024-08-22T13:50:30.122" v="2557" actId="2710"/>
          <ac:spMkLst>
            <pc:docMk/>
            <pc:sldMk cId="1417616948" sldId="284"/>
            <ac:spMk id="4" creationId="{75BEF29E-F266-43F1-B2BA-FC63592B5FEC}"/>
          </ac:spMkLst>
        </pc:spChg>
        <pc:spChg chg="mod">
          <ac:chgData name="Иван Климарев" userId="6e07b5d3a3d13876" providerId="LiveId" clId="{F303F461-9C54-48C5-B524-85AD7CC819D9}" dt="2024-08-22T13:31:10.949" v="1597"/>
          <ac:spMkLst>
            <pc:docMk/>
            <pc:sldMk cId="1417616948" sldId="284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F303F461-9C54-48C5-B524-85AD7CC819D9}" dt="2024-08-22T13:50:25.618" v="2556" actId="2710"/>
        <pc:sldMkLst>
          <pc:docMk/>
          <pc:sldMk cId="14970234" sldId="285"/>
        </pc:sldMkLst>
        <pc:spChg chg="mod">
          <ac:chgData name="Иван Климарев" userId="6e07b5d3a3d13876" providerId="LiveId" clId="{F303F461-9C54-48C5-B524-85AD7CC819D9}" dt="2024-08-22T13:50:25.618" v="2556" actId="2710"/>
          <ac:spMkLst>
            <pc:docMk/>
            <pc:sldMk cId="14970234" sldId="285"/>
            <ac:spMk id="4" creationId="{75BEF29E-F266-43F1-B2BA-FC63592B5FEC}"/>
          </ac:spMkLst>
        </pc:spChg>
        <pc:spChg chg="mod">
          <ac:chgData name="Иван Климарев" userId="6e07b5d3a3d13876" providerId="LiveId" clId="{F303F461-9C54-48C5-B524-85AD7CC819D9}" dt="2024-08-22T13:33:52.830" v="1842" actId="20577"/>
          <ac:spMkLst>
            <pc:docMk/>
            <pc:sldMk cId="14970234" sldId="285"/>
            <ac:spMk id="17" creationId="{00000000-0000-0000-0000-000000000000}"/>
          </ac:spMkLst>
        </pc:spChg>
        <pc:picChg chg="mod">
          <ac:chgData name="Иван Климарев" userId="6e07b5d3a3d13876" providerId="LiveId" clId="{F303F461-9C54-48C5-B524-85AD7CC819D9}" dt="2024-08-22T13:33:42.309" v="1833" actId="1076"/>
          <ac:picMkLst>
            <pc:docMk/>
            <pc:sldMk cId="14970234" sldId="285"/>
            <ac:picMk id="23" creationId="{00000000-0000-0000-0000-000000000000}"/>
          </ac:picMkLst>
        </pc:picChg>
      </pc:sldChg>
      <pc:sldChg chg="modSp add mod">
        <pc:chgData name="Иван Климарев" userId="6e07b5d3a3d13876" providerId="LiveId" clId="{F303F461-9C54-48C5-B524-85AD7CC819D9}" dt="2024-08-22T13:50:14.829" v="2555" actId="2710"/>
        <pc:sldMkLst>
          <pc:docMk/>
          <pc:sldMk cId="309219848" sldId="286"/>
        </pc:sldMkLst>
        <pc:spChg chg="mod">
          <ac:chgData name="Иван Климарев" userId="6e07b5d3a3d13876" providerId="LiveId" clId="{F303F461-9C54-48C5-B524-85AD7CC819D9}" dt="2024-08-22T13:50:14.829" v="2555" actId="2710"/>
          <ac:spMkLst>
            <pc:docMk/>
            <pc:sldMk cId="309219848" sldId="286"/>
            <ac:spMk id="4" creationId="{DB2B9277-EB71-4503-8DDD-EB4BB9662270}"/>
          </ac:spMkLst>
        </pc:spChg>
      </pc:sldChg>
      <pc:sldChg chg="modSp add mod">
        <pc:chgData name="Иван Климарев" userId="6e07b5d3a3d13876" providerId="LiveId" clId="{F303F461-9C54-48C5-B524-85AD7CC819D9}" dt="2024-08-22T13:50:11.530" v="2554" actId="2710"/>
        <pc:sldMkLst>
          <pc:docMk/>
          <pc:sldMk cId="2468877727" sldId="287"/>
        </pc:sldMkLst>
        <pc:spChg chg="mod">
          <ac:chgData name="Иван Климарев" userId="6e07b5d3a3d13876" providerId="LiveId" clId="{F303F461-9C54-48C5-B524-85AD7CC819D9}" dt="2024-08-22T13:50:11.530" v="2554" actId="2710"/>
          <ac:spMkLst>
            <pc:docMk/>
            <pc:sldMk cId="2468877727" sldId="287"/>
            <ac:spMk id="4" creationId="{DB2B9277-EB71-4503-8DDD-EB4BB9662270}"/>
          </ac:spMkLst>
        </pc:spChg>
        <pc:spChg chg="mod">
          <ac:chgData name="Иван Климарев" userId="6e07b5d3a3d13876" providerId="LiveId" clId="{F303F461-9C54-48C5-B524-85AD7CC819D9}" dt="2024-08-22T13:47:12.813" v="2512"/>
          <ac:spMkLst>
            <pc:docMk/>
            <pc:sldMk cId="2468877727" sldId="287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F303F461-9C54-48C5-B524-85AD7CC819D9}" dt="2024-08-22T13:50:07.941" v="2553" actId="2710"/>
        <pc:sldMkLst>
          <pc:docMk/>
          <pc:sldMk cId="1354316987" sldId="288"/>
        </pc:sldMkLst>
        <pc:spChg chg="mod">
          <ac:chgData name="Иван Климарев" userId="6e07b5d3a3d13876" providerId="LiveId" clId="{F303F461-9C54-48C5-B524-85AD7CC819D9}" dt="2024-08-22T13:50:07.941" v="2553" actId="2710"/>
          <ac:spMkLst>
            <pc:docMk/>
            <pc:sldMk cId="1354316987" sldId="288"/>
            <ac:spMk id="4" creationId="{DB2B9277-EB71-4503-8DDD-EB4BB9662270}"/>
          </ac:spMkLst>
        </pc:spChg>
      </pc:sldChg>
      <pc:sldChg chg="modSp add mod">
        <pc:chgData name="Иван Климарев" userId="6e07b5d3a3d13876" providerId="LiveId" clId="{F303F461-9C54-48C5-B524-85AD7CC819D9}" dt="2024-08-22T13:49:53.902" v="2552" actId="948"/>
        <pc:sldMkLst>
          <pc:docMk/>
          <pc:sldMk cId="4095298877" sldId="289"/>
        </pc:sldMkLst>
        <pc:spChg chg="mod">
          <ac:chgData name="Иван Климарев" userId="6e07b5d3a3d13876" providerId="LiveId" clId="{F303F461-9C54-48C5-B524-85AD7CC819D9}" dt="2024-08-22T13:49:53.902" v="2552" actId="948"/>
          <ac:spMkLst>
            <pc:docMk/>
            <pc:sldMk cId="4095298877" sldId="289"/>
            <ac:spMk id="4" creationId="{DB2B9277-EB71-4503-8DDD-EB4BB9662270}"/>
          </ac:spMkLst>
        </pc:spChg>
      </pc:sldChg>
      <pc:sldChg chg="modSp add mod">
        <pc:chgData name="Иван Климарев" userId="6e07b5d3a3d13876" providerId="LiveId" clId="{F303F461-9C54-48C5-B524-85AD7CC819D9}" dt="2024-08-22T13:49:28.093" v="2551" actId="948"/>
        <pc:sldMkLst>
          <pc:docMk/>
          <pc:sldMk cId="2956465507" sldId="290"/>
        </pc:sldMkLst>
        <pc:spChg chg="mod">
          <ac:chgData name="Иван Климарев" userId="6e07b5d3a3d13876" providerId="LiveId" clId="{F303F461-9C54-48C5-B524-85AD7CC819D9}" dt="2024-08-22T13:49:28.093" v="2551" actId="948"/>
          <ac:spMkLst>
            <pc:docMk/>
            <pc:sldMk cId="2956465507" sldId="290"/>
            <ac:spMk id="4" creationId="{DB2B9277-EB71-4503-8DDD-EB4BB9662270}"/>
          </ac:spMkLst>
        </pc:spChg>
        <pc:spChg chg="mod">
          <ac:chgData name="Иван Климарев" userId="6e07b5d3a3d13876" providerId="LiveId" clId="{F303F461-9C54-48C5-B524-85AD7CC819D9}" dt="2024-08-22T13:48:47.246" v="2547"/>
          <ac:spMkLst>
            <pc:docMk/>
            <pc:sldMk cId="2956465507" sldId="290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F303F461-9C54-48C5-B524-85AD7CC819D9}" dt="2024-08-22T13:58:55.758" v="2709" actId="2710"/>
        <pc:sldMkLst>
          <pc:docMk/>
          <pc:sldMk cId="352008368" sldId="291"/>
        </pc:sldMkLst>
        <pc:spChg chg="mod">
          <ac:chgData name="Иван Климарев" userId="6e07b5d3a3d13876" providerId="LiveId" clId="{F303F461-9C54-48C5-B524-85AD7CC819D9}" dt="2024-08-22T13:58:55.758" v="2709" actId="2710"/>
          <ac:spMkLst>
            <pc:docMk/>
            <pc:sldMk cId="352008368" sldId="291"/>
            <ac:spMk id="4" creationId="{DB2B9277-EB71-4503-8DDD-EB4BB9662270}"/>
          </ac:spMkLst>
        </pc:spChg>
        <pc:spChg chg="mod">
          <ac:chgData name="Иван Климарев" userId="6e07b5d3a3d13876" providerId="LiveId" clId="{F303F461-9C54-48C5-B524-85AD7CC819D9}" dt="2024-08-22T13:53:59.855" v="2590" actId="20577"/>
          <ac:spMkLst>
            <pc:docMk/>
            <pc:sldMk cId="352008368" sldId="291"/>
            <ac:spMk id="17" creationId="{00000000-0000-0000-0000-000000000000}"/>
          </ac:spMkLst>
        </pc:spChg>
      </pc:sldChg>
      <pc:sldChg chg="add">
        <pc:chgData name="Иван Климарев" userId="6e07b5d3a3d13876" providerId="LiveId" clId="{F303F461-9C54-48C5-B524-85AD7CC819D9}" dt="2024-08-28T14:09:57.892" v="2710" actId="2890"/>
        <pc:sldMkLst>
          <pc:docMk/>
          <pc:sldMk cId="512235977" sldId="292"/>
        </pc:sldMkLst>
      </pc:sldChg>
      <pc:sldChg chg="modSp add mod">
        <pc:chgData name="Иван Климарев" userId="6e07b5d3a3d13876" providerId="LiveId" clId="{F303F461-9C54-48C5-B524-85AD7CC819D9}" dt="2024-08-28T14:16:45.421" v="2742"/>
        <pc:sldMkLst>
          <pc:docMk/>
          <pc:sldMk cId="4260803129" sldId="293"/>
        </pc:sldMkLst>
        <pc:spChg chg="mod">
          <ac:chgData name="Иван Климарев" userId="6e07b5d3a3d13876" providerId="LiveId" clId="{F303F461-9C54-48C5-B524-85AD7CC819D9}" dt="2024-08-28T14:16:45.421" v="2742"/>
          <ac:spMkLst>
            <pc:docMk/>
            <pc:sldMk cId="4260803129" sldId="293"/>
            <ac:spMk id="6" creationId="{800A0791-90C7-44E4-9203-D375878E32EB}"/>
          </ac:spMkLst>
        </pc:spChg>
      </pc:sldChg>
      <pc:sldChg chg="modSp add mod">
        <pc:chgData name="Иван Климарев" userId="6e07b5d3a3d13876" providerId="LiveId" clId="{F303F461-9C54-48C5-B524-85AD7CC819D9}" dt="2024-08-28T14:17:18.049" v="2746"/>
        <pc:sldMkLst>
          <pc:docMk/>
          <pc:sldMk cId="705835847" sldId="294"/>
        </pc:sldMkLst>
        <pc:spChg chg="mod">
          <ac:chgData name="Иван Климарев" userId="6e07b5d3a3d13876" providerId="LiveId" clId="{F303F461-9C54-48C5-B524-85AD7CC819D9}" dt="2024-08-28T14:17:18.049" v="2746"/>
          <ac:spMkLst>
            <pc:docMk/>
            <pc:sldMk cId="705835847" sldId="294"/>
            <ac:spMk id="6" creationId="{800A0791-90C7-44E4-9203-D375878E32EB}"/>
          </ac:spMkLst>
        </pc:spChg>
      </pc:sldChg>
      <pc:sldChg chg="addSp delSp modSp add mod">
        <pc:chgData name="Иван Климарев" userId="6e07b5d3a3d13876" providerId="LiveId" clId="{F303F461-9C54-48C5-B524-85AD7CC819D9}" dt="2024-08-28T14:23:55.934" v="2838" actId="2710"/>
        <pc:sldMkLst>
          <pc:docMk/>
          <pc:sldMk cId="2517564026" sldId="295"/>
        </pc:sldMkLst>
        <pc:spChg chg="add del">
          <ac:chgData name="Иван Климарев" userId="6e07b5d3a3d13876" providerId="LiveId" clId="{F303F461-9C54-48C5-B524-85AD7CC819D9}" dt="2024-08-28T14:21:39.419" v="2801"/>
          <ac:spMkLst>
            <pc:docMk/>
            <pc:sldMk cId="2517564026" sldId="295"/>
            <ac:spMk id="2" creationId="{C6CB524C-7B33-406D-B145-9C820049C148}"/>
          </ac:spMkLst>
        </pc:spChg>
        <pc:spChg chg="add del">
          <ac:chgData name="Иван Климарев" userId="6e07b5d3a3d13876" providerId="LiveId" clId="{F303F461-9C54-48C5-B524-85AD7CC819D9}" dt="2024-08-28T14:21:43.731" v="2804"/>
          <ac:spMkLst>
            <pc:docMk/>
            <pc:sldMk cId="2517564026" sldId="295"/>
            <ac:spMk id="3" creationId="{8AF25833-836F-4A68-9B1B-9D58738AF1C5}"/>
          </ac:spMkLst>
        </pc:spChg>
        <pc:spChg chg="add del">
          <ac:chgData name="Иван Климарев" userId="6e07b5d3a3d13876" providerId="LiveId" clId="{F303F461-9C54-48C5-B524-85AD7CC819D9}" dt="2024-08-28T14:21:58.669" v="2811"/>
          <ac:spMkLst>
            <pc:docMk/>
            <pc:sldMk cId="2517564026" sldId="295"/>
            <ac:spMk id="5" creationId="{7EF0C1EA-C3FC-4B70-BCDD-8E4F53353D00}"/>
          </ac:spMkLst>
        </pc:spChg>
        <pc:spChg chg="mod">
          <ac:chgData name="Иван Климарев" userId="6e07b5d3a3d13876" providerId="LiveId" clId="{F303F461-9C54-48C5-B524-85AD7CC819D9}" dt="2024-08-28T14:23:55.934" v="2838" actId="2710"/>
          <ac:spMkLst>
            <pc:docMk/>
            <pc:sldMk cId="2517564026" sldId="295"/>
            <ac:spMk id="6" creationId="{800A0791-90C7-44E4-9203-D375878E32EB}"/>
          </ac:spMkLst>
        </pc:spChg>
        <pc:spChg chg="add del">
          <ac:chgData name="Иван Климарев" userId="6e07b5d3a3d13876" providerId="LiveId" clId="{F303F461-9C54-48C5-B524-85AD7CC819D9}" dt="2024-08-28T14:22:30.556" v="2814"/>
          <ac:spMkLst>
            <pc:docMk/>
            <pc:sldMk cId="2517564026" sldId="295"/>
            <ac:spMk id="7" creationId="{B11F9E04-A90D-4B7B-853F-59455A3A74D9}"/>
          </ac:spMkLst>
        </pc:spChg>
        <pc:spChg chg="add del">
          <ac:chgData name="Иван Климарев" userId="6e07b5d3a3d13876" providerId="LiveId" clId="{F303F461-9C54-48C5-B524-85AD7CC819D9}" dt="2024-08-28T14:22:43.295" v="2821"/>
          <ac:spMkLst>
            <pc:docMk/>
            <pc:sldMk cId="2517564026" sldId="295"/>
            <ac:spMk id="8" creationId="{73B08379-556A-4FBB-9100-CA9B3101B2D3}"/>
          </ac:spMkLst>
        </pc:spChg>
        <pc:spChg chg="add del">
          <ac:chgData name="Иван Климарев" userId="6e07b5d3a3d13876" providerId="LiveId" clId="{F303F461-9C54-48C5-B524-85AD7CC819D9}" dt="2024-08-28T14:23:39.178" v="2833"/>
          <ac:spMkLst>
            <pc:docMk/>
            <pc:sldMk cId="2517564026" sldId="295"/>
            <ac:spMk id="9" creationId="{5CC9A37F-7812-4A75-BD73-99946508F897}"/>
          </ac:spMkLst>
        </pc:spChg>
        <pc:spChg chg="mod">
          <ac:chgData name="Иван Климарев" userId="6e07b5d3a3d13876" providerId="LiveId" clId="{F303F461-9C54-48C5-B524-85AD7CC819D9}" dt="2024-08-28T14:21:29.470" v="2799" actId="20577"/>
          <ac:spMkLst>
            <pc:docMk/>
            <pc:sldMk cId="2517564026" sldId="295"/>
            <ac:spMk id="17" creationId="{00000000-0000-0000-0000-000000000000}"/>
          </ac:spMkLst>
        </pc:spChg>
      </pc:sldChg>
      <pc:sldChg chg="addSp delSp modSp add del mod">
        <pc:chgData name="Иван Климарев" userId="6e07b5d3a3d13876" providerId="LiveId" clId="{F303F461-9C54-48C5-B524-85AD7CC819D9}" dt="2024-08-28T14:21:20.538" v="2779" actId="47"/>
        <pc:sldMkLst>
          <pc:docMk/>
          <pc:sldMk cId="3905995191" sldId="295"/>
        </pc:sldMkLst>
        <pc:spChg chg="add del">
          <ac:chgData name="Иван Климарев" userId="6e07b5d3a3d13876" providerId="LiveId" clId="{F303F461-9C54-48C5-B524-85AD7CC819D9}" dt="2024-08-28T14:17:55.549" v="2749"/>
          <ac:spMkLst>
            <pc:docMk/>
            <pc:sldMk cId="3905995191" sldId="295"/>
            <ac:spMk id="2" creationId="{D7D3722E-408A-4958-B7C8-0C6F7F23F6C5}"/>
          </ac:spMkLst>
        </pc:spChg>
        <pc:spChg chg="add del">
          <ac:chgData name="Иван Климарев" userId="6e07b5d3a3d13876" providerId="LiveId" clId="{F303F461-9C54-48C5-B524-85AD7CC819D9}" dt="2024-08-28T14:18:02.182" v="2753"/>
          <ac:spMkLst>
            <pc:docMk/>
            <pc:sldMk cId="3905995191" sldId="295"/>
            <ac:spMk id="3" creationId="{96081C7C-EB3A-48BE-AD73-D864A21A5D3F}"/>
          </ac:spMkLst>
        </pc:spChg>
        <pc:spChg chg="mod">
          <ac:chgData name="Иван Климарев" userId="6e07b5d3a3d13876" providerId="LiveId" clId="{F303F461-9C54-48C5-B524-85AD7CC819D9}" dt="2024-08-28T14:19:33.555" v="2769" actId="20577"/>
          <ac:spMkLst>
            <pc:docMk/>
            <pc:sldMk cId="3905995191" sldId="295"/>
            <ac:spMk id="6" creationId="{800A0791-90C7-44E4-9203-D375878E32EB}"/>
          </ac:spMkLst>
        </pc:spChg>
        <pc:spChg chg="mod">
          <ac:chgData name="Иван Климарев" userId="6e07b5d3a3d13876" providerId="LiveId" clId="{F303F461-9C54-48C5-B524-85AD7CC819D9}" dt="2024-08-28T14:18:19.573" v="2762"/>
          <ac:spMkLst>
            <pc:docMk/>
            <pc:sldMk cId="3905995191" sldId="295"/>
            <ac:spMk id="17" creationId="{00000000-0000-0000-0000-000000000000}"/>
          </ac:spMkLst>
        </pc:spChg>
      </pc:sldChg>
      <pc:sldChg chg="addSp delSp modSp add del mod">
        <pc:chgData name="Иван Климарев" userId="6e07b5d3a3d13876" providerId="LiveId" clId="{F303F461-9C54-48C5-B524-85AD7CC819D9}" dt="2024-08-28T14:21:20.538" v="2779" actId="47"/>
        <pc:sldMkLst>
          <pc:docMk/>
          <pc:sldMk cId="1958213365" sldId="296"/>
        </pc:sldMkLst>
        <pc:spChg chg="add del">
          <ac:chgData name="Иван Климарев" userId="6e07b5d3a3d13876" providerId="LiveId" clId="{F303F461-9C54-48C5-B524-85AD7CC819D9}" dt="2024-08-28T14:19:51.060" v="2774"/>
          <ac:spMkLst>
            <pc:docMk/>
            <pc:sldMk cId="1958213365" sldId="296"/>
            <ac:spMk id="2" creationId="{1D5654B7-1E8B-4C87-8D8C-28163BF235D3}"/>
          </ac:spMkLst>
        </pc:spChg>
        <pc:spChg chg="add del">
          <ac:chgData name="Иван Климарев" userId="6e07b5d3a3d13876" providerId="LiveId" clId="{F303F461-9C54-48C5-B524-85AD7CC819D9}" dt="2024-08-28T14:19:53.361" v="2776"/>
          <ac:spMkLst>
            <pc:docMk/>
            <pc:sldMk cId="1958213365" sldId="296"/>
            <ac:spMk id="3" creationId="{103A0FB0-4F44-43A0-A20D-7CD22D62C414}"/>
          </ac:spMkLst>
        </pc:spChg>
        <pc:spChg chg="mod">
          <ac:chgData name="Иван Климарев" userId="6e07b5d3a3d13876" providerId="LiveId" clId="{F303F461-9C54-48C5-B524-85AD7CC819D9}" dt="2024-08-28T14:19:53.368" v="2778"/>
          <ac:spMkLst>
            <pc:docMk/>
            <pc:sldMk cId="1958213365" sldId="296"/>
            <ac:spMk id="6" creationId="{800A0791-90C7-44E4-9203-D375878E32EB}"/>
          </ac:spMkLst>
        </pc:spChg>
      </pc:sldChg>
      <pc:sldChg chg="addSp delSp modSp add mod">
        <pc:chgData name="Иван Климарев" userId="6e07b5d3a3d13876" providerId="LiveId" clId="{F303F461-9C54-48C5-B524-85AD7CC819D9}" dt="2024-08-28T14:25:08.174" v="2853" actId="113"/>
        <pc:sldMkLst>
          <pc:docMk/>
          <pc:sldMk cId="2010792365" sldId="296"/>
        </pc:sldMkLst>
        <pc:spChg chg="add del">
          <ac:chgData name="Иван Климарев" userId="6e07b5d3a3d13876" providerId="LiveId" clId="{F303F461-9C54-48C5-B524-85AD7CC819D9}" dt="2024-08-28T14:24:21.080" v="2841"/>
          <ac:spMkLst>
            <pc:docMk/>
            <pc:sldMk cId="2010792365" sldId="296"/>
            <ac:spMk id="2" creationId="{2817D2E3-94E0-4335-96D3-51F495E9EF80}"/>
          </ac:spMkLst>
        </pc:spChg>
        <pc:spChg chg="mod">
          <ac:chgData name="Иван Климарев" userId="6e07b5d3a3d13876" providerId="LiveId" clId="{F303F461-9C54-48C5-B524-85AD7CC819D9}" dt="2024-08-28T14:25:08.174" v="2853" actId="113"/>
          <ac:spMkLst>
            <pc:docMk/>
            <pc:sldMk cId="2010792365" sldId="296"/>
            <ac:spMk id="6" creationId="{800A0791-90C7-44E4-9203-D375878E32EB}"/>
          </ac:spMkLst>
        </pc:spChg>
      </pc:sldChg>
      <pc:sldChg chg="addSp delSp modSp add mod">
        <pc:chgData name="Иван Климарев" userId="6e07b5d3a3d13876" providerId="LiveId" clId="{F303F461-9C54-48C5-B524-85AD7CC819D9}" dt="2024-08-28T14:26:46.774" v="2865" actId="20577"/>
        <pc:sldMkLst>
          <pc:docMk/>
          <pc:sldMk cId="4178124695" sldId="297"/>
        </pc:sldMkLst>
        <pc:spChg chg="add del">
          <ac:chgData name="Иван Климарев" userId="6e07b5d3a3d13876" providerId="LiveId" clId="{F303F461-9C54-48C5-B524-85AD7CC819D9}" dt="2024-08-28T14:24:54.090" v="2849"/>
          <ac:spMkLst>
            <pc:docMk/>
            <pc:sldMk cId="4178124695" sldId="297"/>
            <ac:spMk id="2" creationId="{2A4A47B9-44C8-4FB4-B243-66BC075636EC}"/>
          </ac:spMkLst>
        </pc:spChg>
        <pc:spChg chg="add del">
          <ac:chgData name="Иван Климарев" userId="6e07b5d3a3d13876" providerId="LiveId" clId="{F303F461-9C54-48C5-B524-85AD7CC819D9}" dt="2024-08-28T14:26:04.567" v="2857"/>
          <ac:spMkLst>
            <pc:docMk/>
            <pc:sldMk cId="4178124695" sldId="297"/>
            <ac:spMk id="3" creationId="{3D448D79-6BAE-4FA3-854A-1F3FEE002321}"/>
          </ac:spMkLst>
        </pc:spChg>
        <pc:spChg chg="mod">
          <ac:chgData name="Иван Климарев" userId="6e07b5d3a3d13876" providerId="LiveId" clId="{F303F461-9C54-48C5-B524-85AD7CC819D9}" dt="2024-08-28T14:26:46.774" v="2865" actId="20577"/>
          <ac:spMkLst>
            <pc:docMk/>
            <pc:sldMk cId="4178124695" sldId="297"/>
            <ac:spMk id="6" creationId="{800A0791-90C7-44E4-9203-D375878E32EB}"/>
          </ac:spMkLst>
        </pc:spChg>
      </pc:sldChg>
      <pc:sldChg chg="addSp delSp modSp add mod">
        <pc:chgData name="Иван Климарев" userId="6e07b5d3a3d13876" providerId="LiveId" clId="{F303F461-9C54-48C5-B524-85AD7CC819D9}" dt="2024-08-28T14:28:11.275" v="2894" actId="6549"/>
        <pc:sldMkLst>
          <pc:docMk/>
          <pc:sldMk cId="2620221783" sldId="298"/>
        </pc:sldMkLst>
        <pc:spChg chg="add del">
          <ac:chgData name="Иван Климарев" userId="6e07b5d3a3d13876" providerId="LiveId" clId="{F303F461-9C54-48C5-B524-85AD7CC819D9}" dt="2024-08-28T14:27:12.045" v="2868"/>
          <ac:spMkLst>
            <pc:docMk/>
            <pc:sldMk cId="2620221783" sldId="298"/>
            <ac:spMk id="2" creationId="{4BBB14D4-BCFA-496A-94D8-261F41341842}"/>
          </ac:spMkLst>
        </pc:spChg>
        <pc:spChg chg="mod">
          <ac:chgData name="Иван Климарев" userId="6e07b5d3a3d13876" providerId="LiveId" clId="{F303F461-9C54-48C5-B524-85AD7CC819D9}" dt="2024-08-28T14:28:11.275" v="2894" actId="6549"/>
          <ac:spMkLst>
            <pc:docMk/>
            <pc:sldMk cId="2620221783" sldId="298"/>
            <ac:spMk id="6" creationId="{800A0791-90C7-44E4-9203-D375878E32EB}"/>
          </ac:spMkLst>
        </pc:spChg>
      </pc:sldChg>
      <pc:sldChg chg="addSp delSp modSp add mod">
        <pc:chgData name="Иван Климарев" userId="6e07b5d3a3d13876" providerId="LiveId" clId="{F303F461-9C54-48C5-B524-85AD7CC819D9}" dt="2024-08-28T14:28:48.970" v="2899"/>
        <pc:sldMkLst>
          <pc:docMk/>
          <pc:sldMk cId="357345169" sldId="299"/>
        </pc:sldMkLst>
        <pc:spChg chg="add del">
          <ac:chgData name="Иван Климарев" userId="6e07b5d3a3d13876" providerId="LiveId" clId="{F303F461-9C54-48C5-B524-85AD7CC819D9}" dt="2024-08-28T14:28:48.964" v="2897"/>
          <ac:spMkLst>
            <pc:docMk/>
            <pc:sldMk cId="357345169" sldId="299"/>
            <ac:spMk id="2" creationId="{D7B390B7-58B3-4DEC-890F-57F9221FDF3F}"/>
          </ac:spMkLst>
        </pc:spChg>
        <pc:spChg chg="mod">
          <ac:chgData name="Иван Климарев" userId="6e07b5d3a3d13876" providerId="LiveId" clId="{F303F461-9C54-48C5-B524-85AD7CC819D9}" dt="2024-08-28T14:28:48.970" v="2899"/>
          <ac:spMkLst>
            <pc:docMk/>
            <pc:sldMk cId="357345169" sldId="299"/>
            <ac:spMk id="6" creationId="{800A0791-90C7-44E4-9203-D375878E32EB}"/>
          </ac:spMkLst>
        </pc:spChg>
      </pc:sldChg>
      <pc:sldChg chg="addSp delSp modSp add mod">
        <pc:chgData name="Иван Климарев" userId="6e07b5d3a3d13876" providerId="LiveId" clId="{F303F461-9C54-48C5-B524-85AD7CC819D9}" dt="2024-08-28T14:31:04.879" v="2917" actId="20577"/>
        <pc:sldMkLst>
          <pc:docMk/>
          <pc:sldMk cId="3567364893" sldId="300"/>
        </pc:sldMkLst>
        <pc:spChg chg="add del">
          <ac:chgData name="Иван Климарев" userId="6e07b5d3a3d13876" providerId="LiveId" clId="{F303F461-9C54-48C5-B524-85AD7CC819D9}" dt="2024-08-28T14:29:49.407" v="2909"/>
          <ac:spMkLst>
            <pc:docMk/>
            <pc:sldMk cId="3567364893" sldId="300"/>
            <ac:spMk id="2" creationId="{5927026A-EEBE-4EB4-A338-BECDE4FAFD5B}"/>
          </ac:spMkLst>
        </pc:spChg>
        <pc:spChg chg="add del">
          <ac:chgData name="Иван Климарев" userId="6e07b5d3a3d13876" providerId="LiveId" clId="{F303F461-9C54-48C5-B524-85AD7CC819D9}" dt="2024-08-28T14:31:02.914" v="2914"/>
          <ac:spMkLst>
            <pc:docMk/>
            <pc:sldMk cId="3567364893" sldId="300"/>
            <ac:spMk id="3" creationId="{6B10132C-F9E7-4A04-AAE7-4A24BAB824C8}"/>
          </ac:spMkLst>
        </pc:spChg>
        <pc:spChg chg="mod">
          <ac:chgData name="Иван Климарев" userId="6e07b5d3a3d13876" providerId="LiveId" clId="{F303F461-9C54-48C5-B524-85AD7CC819D9}" dt="2024-08-28T14:31:04.879" v="2917" actId="20577"/>
          <ac:spMkLst>
            <pc:docMk/>
            <pc:sldMk cId="3567364893" sldId="300"/>
            <ac:spMk id="6" creationId="{800A0791-90C7-44E4-9203-D375878E32EB}"/>
          </ac:spMkLst>
        </pc:spChg>
      </pc:sldChg>
    </pc:docChg>
  </pc:docChgLst>
  <pc:docChgLst>
    <pc:chgData name="Иван Климарев" userId="6e07b5d3a3d13876" providerId="LiveId" clId="{A0D8F3EA-8B0E-4B19-B03B-31A9F52CB7B0}"/>
    <pc:docChg chg="undo redo custSel addSld delSld modSld">
      <pc:chgData name="Иван Климарев" userId="6e07b5d3a3d13876" providerId="LiveId" clId="{A0D8F3EA-8B0E-4B19-B03B-31A9F52CB7B0}" dt="2025-01-19T13:45:27.841" v="217" actId="47"/>
      <pc:docMkLst>
        <pc:docMk/>
      </pc:docMkLst>
      <pc:sldChg chg="modSp mod">
        <pc:chgData name="Иван Климарев" userId="6e07b5d3a3d13876" providerId="LiveId" clId="{A0D8F3EA-8B0E-4B19-B03B-31A9F52CB7B0}" dt="2025-01-19T13:26:16.731" v="18" actId="20577"/>
        <pc:sldMkLst>
          <pc:docMk/>
          <pc:sldMk cId="0" sldId="256"/>
        </pc:sldMkLst>
        <pc:spChg chg="mod">
          <ac:chgData name="Иван Климарев" userId="6e07b5d3a3d13876" providerId="LiveId" clId="{A0D8F3EA-8B0E-4B19-B03B-31A9F52CB7B0}" dt="2025-01-19T13:26:16.731" v="18" actId="20577"/>
          <ac:spMkLst>
            <pc:docMk/>
            <pc:sldMk cId="0" sldId="256"/>
            <ac:spMk id="17" creationId="{00000000-0000-0000-0000-000000000000}"/>
          </ac:spMkLst>
        </pc:spChg>
      </pc:sldChg>
      <pc:sldChg chg="addSp delSp modSp mod">
        <pc:chgData name="Иван Климарев" userId="6e07b5d3a3d13876" providerId="LiveId" clId="{A0D8F3EA-8B0E-4B19-B03B-31A9F52CB7B0}" dt="2025-01-19T13:30:13.516" v="89" actId="20577"/>
        <pc:sldMkLst>
          <pc:docMk/>
          <pc:sldMk cId="1477581845" sldId="268"/>
        </pc:sldMkLst>
        <pc:spChg chg="add del">
          <ac:chgData name="Иван Климарев" userId="6e07b5d3a3d13876" providerId="LiveId" clId="{A0D8F3EA-8B0E-4B19-B03B-31A9F52CB7B0}" dt="2025-01-19T13:26:42.312" v="20"/>
          <ac:spMkLst>
            <pc:docMk/>
            <pc:sldMk cId="1477581845" sldId="268"/>
            <ac:spMk id="2" creationId="{BE03F8DB-7F28-41F8-9964-F09A8D074B4D}"/>
          </ac:spMkLst>
        </pc:spChg>
        <pc:spChg chg="add del">
          <ac:chgData name="Иван Климарев" userId="6e07b5d3a3d13876" providerId="LiveId" clId="{A0D8F3EA-8B0E-4B19-B03B-31A9F52CB7B0}" dt="2025-01-19T13:26:42.312" v="20"/>
          <ac:spMkLst>
            <pc:docMk/>
            <pc:sldMk cId="1477581845" sldId="268"/>
            <ac:spMk id="3" creationId="{4B35C7AE-2301-467F-8734-1E310EB5045A}"/>
          </ac:spMkLst>
        </pc:spChg>
        <pc:spChg chg="mod">
          <ac:chgData name="Иван Климарев" userId="6e07b5d3a3d13876" providerId="LiveId" clId="{A0D8F3EA-8B0E-4B19-B03B-31A9F52CB7B0}" dt="2025-01-19T13:30:13.516" v="89" actId="20577"/>
          <ac:spMkLst>
            <pc:docMk/>
            <pc:sldMk cId="1477581845" sldId="268"/>
            <ac:spMk id="4" creationId="{24F0517E-D376-44C5-B9BE-9E78A89BBE69}"/>
          </ac:spMkLst>
        </pc:spChg>
        <pc:spChg chg="add del">
          <ac:chgData name="Иван Климарев" userId="6e07b5d3a3d13876" providerId="LiveId" clId="{A0D8F3EA-8B0E-4B19-B03B-31A9F52CB7B0}" dt="2025-01-19T13:26:42.312" v="20"/>
          <ac:spMkLst>
            <pc:docMk/>
            <pc:sldMk cId="1477581845" sldId="268"/>
            <ac:spMk id="5" creationId="{D2D0B636-00FB-4402-AAD3-26727C012187}"/>
          </ac:spMkLst>
        </pc:spChg>
        <pc:spChg chg="add del">
          <ac:chgData name="Иван Климарев" userId="6e07b5d3a3d13876" providerId="LiveId" clId="{A0D8F3EA-8B0E-4B19-B03B-31A9F52CB7B0}" dt="2025-01-19T13:26:42.312" v="20"/>
          <ac:spMkLst>
            <pc:docMk/>
            <pc:sldMk cId="1477581845" sldId="268"/>
            <ac:spMk id="6" creationId="{687F2645-4297-4090-858E-B5A8EF0A7EAB}"/>
          </ac:spMkLst>
        </pc:spChg>
        <pc:spChg chg="add del">
          <ac:chgData name="Иван Климарев" userId="6e07b5d3a3d13876" providerId="LiveId" clId="{A0D8F3EA-8B0E-4B19-B03B-31A9F52CB7B0}" dt="2025-01-19T13:26:42.312" v="20"/>
          <ac:spMkLst>
            <pc:docMk/>
            <pc:sldMk cId="1477581845" sldId="268"/>
            <ac:spMk id="7" creationId="{35B6E0F6-AAB8-4103-A1EC-37AEA3255C8A}"/>
          </ac:spMkLst>
        </pc:spChg>
        <pc:spChg chg="add del">
          <ac:chgData name="Иван Климарев" userId="6e07b5d3a3d13876" providerId="LiveId" clId="{A0D8F3EA-8B0E-4B19-B03B-31A9F52CB7B0}" dt="2025-01-19T13:26:53.361" v="23"/>
          <ac:spMkLst>
            <pc:docMk/>
            <pc:sldMk cId="1477581845" sldId="268"/>
            <ac:spMk id="8" creationId="{9510E486-2163-4CAD-83BD-4654F108428F}"/>
          </ac:spMkLst>
        </pc:spChg>
        <pc:spChg chg="add del">
          <ac:chgData name="Иван Климарев" userId="6e07b5d3a3d13876" providerId="LiveId" clId="{A0D8F3EA-8B0E-4B19-B03B-31A9F52CB7B0}" dt="2025-01-19T13:26:53.361" v="23"/>
          <ac:spMkLst>
            <pc:docMk/>
            <pc:sldMk cId="1477581845" sldId="268"/>
            <ac:spMk id="9" creationId="{AE5C7BF0-5AB2-4DAD-A80E-3C4A1BB80269}"/>
          </ac:spMkLst>
        </pc:spChg>
        <pc:spChg chg="add del">
          <ac:chgData name="Иван Климарев" userId="6e07b5d3a3d13876" providerId="LiveId" clId="{A0D8F3EA-8B0E-4B19-B03B-31A9F52CB7B0}" dt="2025-01-19T13:26:53.361" v="23"/>
          <ac:spMkLst>
            <pc:docMk/>
            <pc:sldMk cId="1477581845" sldId="268"/>
            <ac:spMk id="10" creationId="{21E386FA-27CD-47EC-BA9C-3FA365199EF5}"/>
          </ac:spMkLst>
        </pc:spChg>
        <pc:spChg chg="add del">
          <ac:chgData name="Иван Климарев" userId="6e07b5d3a3d13876" providerId="LiveId" clId="{A0D8F3EA-8B0E-4B19-B03B-31A9F52CB7B0}" dt="2025-01-19T13:26:53.361" v="23"/>
          <ac:spMkLst>
            <pc:docMk/>
            <pc:sldMk cId="1477581845" sldId="268"/>
            <ac:spMk id="11" creationId="{5A1138BA-E13F-48DE-8E52-FCF2E46AFDA2}"/>
          </ac:spMkLst>
        </pc:spChg>
        <pc:spChg chg="add del">
          <ac:chgData name="Иван Климарев" userId="6e07b5d3a3d13876" providerId="LiveId" clId="{A0D8F3EA-8B0E-4B19-B03B-31A9F52CB7B0}" dt="2025-01-19T13:26:53.361" v="23"/>
          <ac:spMkLst>
            <pc:docMk/>
            <pc:sldMk cId="1477581845" sldId="268"/>
            <ac:spMk id="12" creationId="{59E73E6A-4281-47D0-804D-E25D8223B020}"/>
          </ac:spMkLst>
        </pc:spChg>
      </pc:sldChg>
      <pc:sldChg chg="del">
        <pc:chgData name="Иван Климарев" userId="6e07b5d3a3d13876" providerId="LiveId" clId="{A0D8F3EA-8B0E-4B19-B03B-31A9F52CB7B0}" dt="2025-01-19T13:45:27.841" v="217" actId="47"/>
        <pc:sldMkLst>
          <pc:docMk/>
          <pc:sldMk cId="2190684464" sldId="269"/>
        </pc:sldMkLst>
      </pc:sldChg>
      <pc:sldChg chg="del">
        <pc:chgData name="Иван Климарев" userId="6e07b5d3a3d13876" providerId="LiveId" clId="{A0D8F3EA-8B0E-4B19-B03B-31A9F52CB7B0}" dt="2025-01-19T13:45:27.841" v="217" actId="47"/>
        <pc:sldMkLst>
          <pc:docMk/>
          <pc:sldMk cId="3372871270" sldId="270"/>
        </pc:sldMkLst>
      </pc:sldChg>
      <pc:sldChg chg="del">
        <pc:chgData name="Иван Климарев" userId="6e07b5d3a3d13876" providerId="LiveId" clId="{A0D8F3EA-8B0E-4B19-B03B-31A9F52CB7B0}" dt="2025-01-19T13:45:27.841" v="217" actId="47"/>
        <pc:sldMkLst>
          <pc:docMk/>
          <pc:sldMk cId="3999242315" sldId="271"/>
        </pc:sldMkLst>
      </pc:sldChg>
      <pc:sldChg chg="del">
        <pc:chgData name="Иван Климарев" userId="6e07b5d3a3d13876" providerId="LiveId" clId="{A0D8F3EA-8B0E-4B19-B03B-31A9F52CB7B0}" dt="2025-01-19T13:45:27.841" v="217" actId="47"/>
        <pc:sldMkLst>
          <pc:docMk/>
          <pc:sldMk cId="840365128" sldId="272"/>
        </pc:sldMkLst>
      </pc:sldChg>
      <pc:sldChg chg="del">
        <pc:chgData name="Иван Климарев" userId="6e07b5d3a3d13876" providerId="LiveId" clId="{A0D8F3EA-8B0E-4B19-B03B-31A9F52CB7B0}" dt="2025-01-19T13:45:27.841" v="217" actId="47"/>
        <pc:sldMkLst>
          <pc:docMk/>
          <pc:sldMk cId="4231936673" sldId="273"/>
        </pc:sldMkLst>
      </pc:sldChg>
      <pc:sldChg chg="addSp delSp modSp mod">
        <pc:chgData name="Иван Климарев" userId="6e07b5d3a3d13876" providerId="LiveId" clId="{A0D8F3EA-8B0E-4B19-B03B-31A9F52CB7B0}" dt="2025-01-19T13:34:45.183" v="118" actId="1076"/>
        <pc:sldMkLst>
          <pc:docMk/>
          <pc:sldMk cId="1291955567" sldId="275"/>
        </pc:sldMkLst>
        <pc:spChg chg="mod">
          <ac:chgData name="Иван Климарев" userId="6e07b5d3a3d13876" providerId="LiveId" clId="{A0D8F3EA-8B0E-4B19-B03B-31A9F52CB7B0}" dt="2025-01-19T13:34:12.992" v="114" actId="14100"/>
          <ac:spMkLst>
            <pc:docMk/>
            <pc:sldMk cId="1291955567" sldId="275"/>
            <ac:spMk id="4" creationId="{A9BFBEC6-A40E-489B-AF1B-DDE31489B983}"/>
          </ac:spMkLst>
        </pc:spChg>
        <pc:spChg chg="mod">
          <ac:chgData name="Иван Климарев" userId="6e07b5d3a3d13876" providerId="LiveId" clId="{A0D8F3EA-8B0E-4B19-B03B-31A9F52CB7B0}" dt="2025-01-19T13:33:44.416" v="109"/>
          <ac:spMkLst>
            <pc:docMk/>
            <pc:sldMk cId="1291955567" sldId="275"/>
            <ac:spMk id="17" creationId="{00000000-0000-0000-0000-000000000000}"/>
          </ac:spMkLst>
        </pc:spChg>
        <pc:picChg chg="del">
          <ac:chgData name="Иван Климарев" userId="6e07b5d3a3d13876" providerId="LiveId" clId="{A0D8F3EA-8B0E-4B19-B03B-31A9F52CB7B0}" dt="2025-01-19T13:34:08.611" v="113" actId="478"/>
          <ac:picMkLst>
            <pc:docMk/>
            <pc:sldMk cId="1291955567" sldId="275"/>
            <ac:picMk id="2" creationId="{7086F721-3F4D-4B09-81E5-69561DF41465}"/>
          </ac:picMkLst>
        </pc:picChg>
        <pc:picChg chg="add mod">
          <ac:chgData name="Иван Климарев" userId="6e07b5d3a3d13876" providerId="LiveId" clId="{A0D8F3EA-8B0E-4B19-B03B-31A9F52CB7B0}" dt="2025-01-19T13:34:45.183" v="118" actId="1076"/>
          <ac:picMkLst>
            <pc:docMk/>
            <pc:sldMk cId="1291955567" sldId="275"/>
            <ac:picMk id="2050" creationId="{C1096599-05E8-4238-AD4C-AB72DD429FFA}"/>
          </ac:picMkLst>
        </pc:picChg>
      </pc:sldChg>
      <pc:sldChg chg="modSp mod">
        <pc:chgData name="Иван Климарев" userId="6e07b5d3a3d13876" providerId="LiveId" clId="{A0D8F3EA-8B0E-4B19-B03B-31A9F52CB7B0}" dt="2025-01-19T13:35:48.900" v="138" actId="20577"/>
        <pc:sldMkLst>
          <pc:docMk/>
          <pc:sldMk cId="2531047815" sldId="276"/>
        </pc:sldMkLst>
        <pc:spChg chg="mod">
          <ac:chgData name="Иван Климарев" userId="6e07b5d3a3d13876" providerId="LiveId" clId="{A0D8F3EA-8B0E-4B19-B03B-31A9F52CB7B0}" dt="2025-01-19T13:35:34.964" v="126" actId="20577"/>
          <ac:spMkLst>
            <pc:docMk/>
            <pc:sldMk cId="2531047815" sldId="276"/>
            <ac:spMk id="4" creationId="{A9BFBEC6-A40E-489B-AF1B-DDE31489B983}"/>
          </ac:spMkLst>
        </pc:spChg>
        <pc:spChg chg="mod">
          <ac:chgData name="Иван Климарев" userId="6e07b5d3a3d13876" providerId="LiveId" clId="{A0D8F3EA-8B0E-4B19-B03B-31A9F52CB7B0}" dt="2025-01-19T13:35:48.900" v="138" actId="20577"/>
          <ac:spMkLst>
            <pc:docMk/>
            <pc:sldMk cId="2531047815" sldId="276"/>
            <ac:spMk id="17" creationId="{00000000-0000-0000-0000-000000000000}"/>
          </ac:spMkLst>
        </pc:spChg>
      </pc:sldChg>
      <pc:sldChg chg="del">
        <pc:chgData name="Иван Климарев" userId="6e07b5d3a3d13876" providerId="LiveId" clId="{A0D8F3EA-8B0E-4B19-B03B-31A9F52CB7B0}" dt="2025-01-19T13:45:27.841" v="217" actId="47"/>
        <pc:sldMkLst>
          <pc:docMk/>
          <pc:sldMk cId="2689258481" sldId="277"/>
        </pc:sldMkLst>
      </pc:sldChg>
      <pc:sldChg chg="del">
        <pc:chgData name="Иван Климарев" userId="6e07b5d3a3d13876" providerId="LiveId" clId="{A0D8F3EA-8B0E-4B19-B03B-31A9F52CB7B0}" dt="2025-01-19T13:45:27.841" v="217" actId="47"/>
        <pc:sldMkLst>
          <pc:docMk/>
          <pc:sldMk cId="4025063768" sldId="278"/>
        </pc:sldMkLst>
      </pc:sldChg>
      <pc:sldChg chg="del">
        <pc:chgData name="Иван Климарев" userId="6e07b5d3a3d13876" providerId="LiveId" clId="{A0D8F3EA-8B0E-4B19-B03B-31A9F52CB7B0}" dt="2025-01-19T13:45:27.841" v="217" actId="47"/>
        <pc:sldMkLst>
          <pc:docMk/>
          <pc:sldMk cId="658090367" sldId="279"/>
        </pc:sldMkLst>
      </pc:sldChg>
      <pc:sldChg chg="del">
        <pc:chgData name="Иван Климарев" userId="6e07b5d3a3d13876" providerId="LiveId" clId="{A0D8F3EA-8B0E-4B19-B03B-31A9F52CB7B0}" dt="2025-01-19T13:45:27.841" v="217" actId="47"/>
        <pc:sldMkLst>
          <pc:docMk/>
          <pc:sldMk cId="2471277757" sldId="280"/>
        </pc:sldMkLst>
      </pc:sldChg>
      <pc:sldChg chg="del">
        <pc:chgData name="Иван Климарев" userId="6e07b5d3a3d13876" providerId="LiveId" clId="{A0D8F3EA-8B0E-4B19-B03B-31A9F52CB7B0}" dt="2025-01-19T13:45:27.841" v="217" actId="47"/>
        <pc:sldMkLst>
          <pc:docMk/>
          <pc:sldMk cId="3639389694" sldId="281"/>
        </pc:sldMkLst>
      </pc:sldChg>
      <pc:sldChg chg="del">
        <pc:chgData name="Иван Климарев" userId="6e07b5d3a3d13876" providerId="LiveId" clId="{A0D8F3EA-8B0E-4B19-B03B-31A9F52CB7B0}" dt="2025-01-19T13:45:27.841" v="217" actId="47"/>
        <pc:sldMkLst>
          <pc:docMk/>
          <pc:sldMk cId="1834938895" sldId="282"/>
        </pc:sldMkLst>
      </pc:sldChg>
      <pc:sldChg chg="del">
        <pc:chgData name="Иван Климарев" userId="6e07b5d3a3d13876" providerId="LiveId" clId="{A0D8F3EA-8B0E-4B19-B03B-31A9F52CB7B0}" dt="2025-01-19T13:45:27.841" v="217" actId="47"/>
        <pc:sldMkLst>
          <pc:docMk/>
          <pc:sldMk cId="4277460676" sldId="283"/>
        </pc:sldMkLst>
      </pc:sldChg>
      <pc:sldChg chg="del">
        <pc:chgData name="Иван Климарев" userId="6e07b5d3a3d13876" providerId="LiveId" clId="{A0D8F3EA-8B0E-4B19-B03B-31A9F52CB7B0}" dt="2025-01-19T13:45:27.841" v="217" actId="47"/>
        <pc:sldMkLst>
          <pc:docMk/>
          <pc:sldMk cId="1417616948" sldId="284"/>
        </pc:sldMkLst>
      </pc:sldChg>
      <pc:sldChg chg="del">
        <pc:chgData name="Иван Климарев" userId="6e07b5d3a3d13876" providerId="LiveId" clId="{A0D8F3EA-8B0E-4B19-B03B-31A9F52CB7B0}" dt="2025-01-19T13:45:27.841" v="217" actId="47"/>
        <pc:sldMkLst>
          <pc:docMk/>
          <pc:sldMk cId="14970234" sldId="285"/>
        </pc:sldMkLst>
      </pc:sldChg>
      <pc:sldChg chg="del">
        <pc:chgData name="Иван Климарев" userId="6e07b5d3a3d13876" providerId="LiveId" clId="{A0D8F3EA-8B0E-4B19-B03B-31A9F52CB7B0}" dt="2025-01-19T13:45:27.841" v="217" actId="47"/>
        <pc:sldMkLst>
          <pc:docMk/>
          <pc:sldMk cId="309219848" sldId="286"/>
        </pc:sldMkLst>
      </pc:sldChg>
      <pc:sldChg chg="del">
        <pc:chgData name="Иван Климарев" userId="6e07b5d3a3d13876" providerId="LiveId" clId="{A0D8F3EA-8B0E-4B19-B03B-31A9F52CB7B0}" dt="2025-01-19T13:45:27.841" v="217" actId="47"/>
        <pc:sldMkLst>
          <pc:docMk/>
          <pc:sldMk cId="2468877727" sldId="287"/>
        </pc:sldMkLst>
      </pc:sldChg>
      <pc:sldChg chg="del">
        <pc:chgData name="Иван Климарев" userId="6e07b5d3a3d13876" providerId="LiveId" clId="{A0D8F3EA-8B0E-4B19-B03B-31A9F52CB7B0}" dt="2025-01-19T13:45:27.841" v="217" actId="47"/>
        <pc:sldMkLst>
          <pc:docMk/>
          <pc:sldMk cId="1354316987" sldId="288"/>
        </pc:sldMkLst>
      </pc:sldChg>
      <pc:sldChg chg="del">
        <pc:chgData name="Иван Климарев" userId="6e07b5d3a3d13876" providerId="LiveId" clId="{A0D8F3EA-8B0E-4B19-B03B-31A9F52CB7B0}" dt="2025-01-19T13:45:27.841" v="217" actId="47"/>
        <pc:sldMkLst>
          <pc:docMk/>
          <pc:sldMk cId="4095298877" sldId="289"/>
        </pc:sldMkLst>
      </pc:sldChg>
      <pc:sldChg chg="del">
        <pc:chgData name="Иван Климарев" userId="6e07b5d3a3d13876" providerId="LiveId" clId="{A0D8F3EA-8B0E-4B19-B03B-31A9F52CB7B0}" dt="2025-01-19T13:45:27.841" v="217" actId="47"/>
        <pc:sldMkLst>
          <pc:docMk/>
          <pc:sldMk cId="2956465507" sldId="290"/>
        </pc:sldMkLst>
      </pc:sldChg>
      <pc:sldChg chg="del">
        <pc:chgData name="Иван Климарев" userId="6e07b5d3a3d13876" providerId="LiveId" clId="{A0D8F3EA-8B0E-4B19-B03B-31A9F52CB7B0}" dt="2025-01-19T13:45:27.841" v="217" actId="47"/>
        <pc:sldMkLst>
          <pc:docMk/>
          <pc:sldMk cId="352008368" sldId="291"/>
        </pc:sldMkLst>
      </pc:sldChg>
      <pc:sldChg chg="del">
        <pc:chgData name="Иван Климарев" userId="6e07b5d3a3d13876" providerId="LiveId" clId="{A0D8F3EA-8B0E-4B19-B03B-31A9F52CB7B0}" dt="2025-01-19T13:45:27.841" v="217" actId="47"/>
        <pc:sldMkLst>
          <pc:docMk/>
          <pc:sldMk cId="512235977" sldId="292"/>
        </pc:sldMkLst>
      </pc:sldChg>
      <pc:sldChg chg="del">
        <pc:chgData name="Иван Климарев" userId="6e07b5d3a3d13876" providerId="LiveId" clId="{A0D8F3EA-8B0E-4B19-B03B-31A9F52CB7B0}" dt="2025-01-19T13:45:27.841" v="217" actId="47"/>
        <pc:sldMkLst>
          <pc:docMk/>
          <pc:sldMk cId="4260803129" sldId="293"/>
        </pc:sldMkLst>
      </pc:sldChg>
      <pc:sldChg chg="del">
        <pc:chgData name="Иван Климарев" userId="6e07b5d3a3d13876" providerId="LiveId" clId="{A0D8F3EA-8B0E-4B19-B03B-31A9F52CB7B0}" dt="2025-01-19T13:45:27.841" v="217" actId="47"/>
        <pc:sldMkLst>
          <pc:docMk/>
          <pc:sldMk cId="705835847" sldId="294"/>
        </pc:sldMkLst>
      </pc:sldChg>
      <pc:sldChg chg="del">
        <pc:chgData name="Иван Климарев" userId="6e07b5d3a3d13876" providerId="LiveId" clId="{A0D8F3EA-8B0E-4B19-B03B-31A9F52CB7B0}" dt="2025-01-19T13:45:27.841" v="217" actId="47"/>
        <pc:sldMkLst>
          <pc:docMk/>
          <pc:sldMk cId="2517564026" sldId="295"/>
        </pc:sldMkLst>
      </pc:sldChg>
      <pc:sldChg chg="del">
        <pc:chgData name="Иван Климарев" userId="6e07b5d3a3d13876" providerId="LiveId" clId="{A0D8F3EA-8B0E-4B19-B03B-31A9F52CB7B0}" dt="2025-01-19T13:45:27.841" v="217" actId="47"/>
        <pc:sldMkLst>
          <pc:docMk/>
          <pc:sldMk cId="2010792365" sldId="296"/>
        </pc:sldMkLst>
      </pc:sldChg>
      <pc:sldChg chg="del">
        <pc:chgData name="Иван Климарев" userId="6e07b5d3a3d13876" providerId="LiveId" clId="{A0D8F3EA-8B0E-4B19-B03B-31A9F52CB7B0}" dt="2025-01-19T13:45:27.841" v="217" actId="47"/>
        <pc:sldMkLst>
          <pc:docMk/>
          <pc:sldMk cId="4178124695" sldId="297"/>
        </pc:sldMkLst>
      </pc:sldChg>
      <pc:sldChg chg="del">
        <pc:chgData name="Иван Климарев" userId="6e07b5d3a3d13876" providerId="LiveId" clId="{A0D8F3EA-8B0E-4B19-B03B-31A9F52CB7B0}" dt="2025-01-19T13:45:27.841" v="217" actId="47"/>
        <pc:sldMkLst>
          <pc:docMk/>
          <pc:sldMk cId="2620221783" sldId="298"/>
        </pc:sldMkLst>
      </pc:sldChg>
      <pc:sldChg chg="del">
        <pc:chgData name="Иван Климарев" userId="6e07b5d3a3d13876" providerId="LiveId" clId="{A0D8F3EA-8B0E-4B19-B03B-31A9F52CB7B0}" dt="2025-01-19T13:45:27.841" v="217" actId="47"/>
        <pc:sldMkLst>
          <pc:docMk/>
          <pc:sldMk cId="357345169" sldId="299"/>
        </pc:sldMkLst>
      </pc:sldChg>
      <pc:sldChg chg="del">
        <pc:chgData name="Иван Климарев" userId="6e07b5d3a3d13876" providerId="LiveId" clId="{A0D8F3EA-8B0E-4B19-B03B-31A9F52CB7B0}" dt="2025-01-19T13:45:27.841" v="217" actId="47"/>
        <pc:sldMkLst>
          <pc:docMk/>
          <pc:sldMk cId="3567364893" sldId="300"/>
        </pc:sldMkLst>
      </pc:sldChg>
      <pc:sldChg chg="modSp add mod">
        <pc:chgData name="Иван Климарев" userId="6e07b5d3a3d13876" providerId="LiveId" clId="{A0D8F3EA-8B0E-4B19-B03B-31A9F52CB7B0}" dt="2025-01-19T13:30:21.803" v="95" actId="20577"/>
        <pc:sldMkLst>
          <pc:docMk/>
          <pc:sldMk cId="1674106500" sldId="301"/>
        </pc:sldMkLst>
        <pc:spChg chg="mod">
          <ac:chgData name="Иван Климарев" userId="6e07b5d3a3d13876" providerId="LiveId" clId="{A0D8F3EA-8B0E-4B19-B03B-31A9F52CB7B0}" dt="2025-01-19T13:30:21.803" v="95" actId="20577"/>
          <ac:spMkLst>
            <pc:docMk/>
            <pc:sldMk cId="1674106500" sldId="301"/>
            <ac:spMk id="4" creationId="{24F0517E-D376-44C5-B9BE-9E78A89BBE69}"/>
          </ac:spMkLst>
        </pc:spChg>
      </pc:sldChg>
      <pc:sldChg chg="modSp add mod">
        <pc:chgData name="Иван Климарев" userId="6e07b5d3a3d13876" providerId="LiveId" clId="{A0D8F3EA-8B0E-4B19-B03B-31A9F52CB7B0}" dt="2025-01-19T13:30:52.090" v="106" actId="20577"/>
        <pc:sldMkLst>
          <pc:docMk/>
          <pc:sldMk cId="1645147120" sldId="302"/>
        </pc:sldMkLst>
        <pc:spChg chg="mod">
          <ac:chgData name="Иван Климарев" userId="6e07b5d3a3d13876" providerId="LiveId" clId="{A0D8F3EA-8B0E-4B19-B03B-31A9F52CB7B0}" dt="2025-01-19T13:30:52.090" v="106" actId="20577"/>
          <ac:spMkLst>
            <pc:docMk/>
            <pc:sldMk cId="1645147120" sldId="302"/>
            <ac:spMk id="4" creationId="{24F0517E-D376-44C5-B9BE-9E78A89BBE69}"/>
          </ac:spMkLst>
        </pc:spChg>
      </pc:sldChg>
      <pc:sldChg chg="modSp add mod">
        <pc:chgData name="Иван Климарев" userId="6e07b5d3a3d13876" providerId="LiveId" clId="{A0D8F3EA-8B0E-4B19-B03B-31A9F52CB7B0}" dt="2025-01-19T13:39:13.861" v="174" actId="113"/>
        <pc:sldMkLst>
          <pc:docMk/>
          <pc:sldMk cId="3459645900" sldId="303"/>
        </pc:sldMkLst>
        <pc:spChg chg="mod">
          <ac:chgData name="Иван Климарев" userId="6e07b5d3a3d13876" providerId="LiveId" clId="{A0D8F3EA-8B0E-4B19-B03B-31A9F52CB7B0}" dt="2025-01-19T13:39:13.861" v="174" actId="113"/>
          <ac:spMkLst>
            <pc:docMk/>
            <pc:sldMk cId="3459645900" sldId="303"/>
            <ac:spMk id="4" creationId="{A9BFBEC6-A40E-489B-AF1B-DDE31489B983}"/>
          </ac:spMkLst>
        </pc:spChg>
        <pc:spChg chg="mod">
          <ac:chgData name="Иван Климарев" userId="6e07b5d3a3d13876" providerId="LiveId" clId="{A0D8F3EA-8B0E-4B19-B03B-31A9F52CB7B0}" dt="2025-01-19T13:36:14.048" v="142"/>
          <ac:spMkLst>
            <pc:docMk/>
            <pc:sldMk cId="3459645900" sldId="303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A0D8F3EA-8B0E-4B19-B03B-31A9F52CB7B0}" dt="2025-01-19T13:40:30.873" v="198" actId="113"/>
        <pc:sldMkLst>
          <pc:docMk/>
          <pc:sldMk cId="1707203965" sldId="304"/>
        </pc:sldMkLst>
        <pc:spChg chg="mod">
          <ac:chgData name="Иван Климарев" userId="6e07b5d3a3d13876" providerId="LiveId" clId="{A0D8F3EA-8B0E-4B19-B03B-31A9F52CB7B0}" dt="2025-01-19T13:40:30.873" v="198" actId="113"/>
          <ac:spMkLst>
            <pc:docMk/>
            <pc:sldMk cId="1707203965" sldId="304"/>
            <ac:spMk id="4" creationId="{A9BFBEC6-A40E-489B-AF1B-DDE31489B983}"/>
          </ac:spMkLst>
        </pc:spChg>
        <pc:spChg chg="mod">
          <ac:chgData name="Иван Климарев" userId="6e07b5d3a3d13876" providerId="LiveId" clId="{A0D8F3EA-8B0E-4B19-B03B-31A9F52CB7B0}" dt="2025-01-19T13:39:44.180" v="178"/>
          <ac:spMkLst>
            <pc:docMk/>
            <pc:sldMk cId="1707203965" sldId="304"/>
            <ac:spMk id="17" creationId="{00000000-0000-0000-0000-000000000000}"/>
          </ac:spMkLst>
        </pc:spChg>
      </pc:sldChg>
      <pc:sldChg chg="modSp add mod">
        <pc:chgData name="Иван Климарев" userId="6e07b5d3a3d13876" providerId="LiveId" clId="{A0D8F3EA-8B0E-4B19-B03B-31A9F52CB7B0}" dt="2025-01-19T13:40:59.800" v="207" actId="113"/>
        <pc:sldMkLst>
          <pc:docMk/>
          <pc:sldMk cId="1935888855" sldId="305"/>
        </pc:sldMkLst>
        <pc:spChg chg="mod">
          <ac:chgData name="Иван Климарев" userId="6e07b5d3a3d13876" providerId="LiveId" clId="{A0D8F3EA-8B0E-4B19-B03B-31A9F52CB7B0}" dt="2025-01-19T13:40:59.800" v="207" actId="113"/>
          <ac:spMkLst>
            <pc:docMk/>
            <pc:sldMk cId="1935888855" sldId="305"/>
            <ac:spMk id="4" creationId="{A9BFBEC6-A40E-489B-AF1B-DDE31489B983}"/>
          </ac:spMkLst>
        </pc:spChg>
      </pc:sldChg>
      <pc:sldChg chg="modSp add mod">
        <pc:chgData name="Иван Климарев" userId="6e07b5d3a3d13876" providerId="LiveId" clId="{A0D8F3EA-8B0E-4B19-B03B-31A9F52CB7B0}" dt="2025-01-19T13:41:32.500" v="216" actId="113"/>
        <pc:sldMkLst>
          <pc:docMk/>
          <pc:sldMk cId="2693095583" sldId="306"/>
        </pc:sldMkLst>
        <pc:spChg chg="mod">
          <ac:chgData name="Иван Климарев" userId="6e07b5d3a3d13876" providerId="LiveId" clId="{A0D8F3EA-8B0E-4B19-B03B-31A9F52CB7B0}" dt="2025-01-19T13:41:32.500" v="216" actId="113"/>
          <ac:spMkLst>
            <pc:docMk/>
            <pc:sldMk cId="2693095583" sldId="306"/>
            <ac:spMk id="4" creationId="{A9BFBEC6-A40E-489B-AF1B-DDE31489B983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2D34C2-00A4-4BCB-AECF-8B236A85C14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73746694-DAB3-4714-9357-5DBFD50B9A6E}">
      <dgm:prSet phldrT="[Текст]"/>
      <dgm:spPr/>
      <dgm:t>
        <a:bodyPr/>
        <a:lstStyle/>
        <a:p>
          <a:r>
            <a:rPr lang="en-US" dirty="0"/>
            <a:t>Frontend </a:t>
          </a:r>
          <a:endParaRPr lang="ru-RU" dirty="0"/>
        </a:p>
      </dgm:t>
    </dgm:pt>
    <dgm:pt modelId="{0CA63329-917E-4D92-86E6-870A4B357A4E}" type="parTrans" cxnId="{1043848D-9231-4A9F-81FF-D963053C6E3B}">
      <dgm:prSet/>
      <dgm:spPr/>
      <dgm:t>
        <a:bodyPr/>
        <a:lstStyle/>
        <a:p>
          <a:endParaRPr lang="ru-RU"/>
        </a:p>
      </dgm:t>
    </dgm:pt>
    <dgm:pt modelId="{C48DBD8F-5AC1-4682-B65A-B2639017868D}" type="sibTrans" cxnId="{1043848D-9231-4A9F-81FF-D963053C6E3B}">
      <dgm:prSet/>
      <dgm:spPr/>
      <dgm:t>
        <a:bodyPr/>
        <a:lstStyle/>
        <a:p>
          <a:endParaRPr lang="ru-RU"/>
        </a:p>
      </dgm:t>
    </dgm:pt>
    <dgm:pt modelId="{9C7CA6C3-0C95-4A5E-A56D-E5B4E5B18636}">
      <dgm:prSet phldrT="[Текст]"/>
      <dgm:spPr/>
      <dgm:t>
        <a:bodyPr/>
        <a:lstStyle/>
        <a:p>
          <a:r>
            <a:rPr lang="en-US" dirty="0"/>
            <a:t>API</a:t>
          </a:r>
          <a:endParaRPr lang="ru-RU" dirty="0"/>
        </a:p>
      </dgm:t>
    </dgm:pt>
    <dgm:pt modelId="{F4786D78-97AA-42CA-B3E1-6A5C9ED6C74F}" type="parTrans" cxnId="{8A5EF833-6213-4A19-BB82-CD1B22212739}">
      <dgm:prSet/>
      <dgm:spPr/>
      <dgm:t>
        <a:bodyPr/>
        <a:lstStyle/>
        <a:p>
          <a:endParaRPr lang="ru-RU"/>
        </a:p>
      </dgm:t>
    </dgm:pt>
    <dgm:pt modelId="{C3DBA567-86D2-42B8-A85B-F2245F13E334}" type="sibTrans" cxnId="{8A5EF833-6213-4A19-BB82-CD1B22212739}">
      <dgm:prSet/>
      <dgm:spPr/>
      <dgm:t>
        <a:bodyPr/>
        <a:lstStyle/>
        <a:p>
          <a:endParaRPr lang="ru-RU"/>
        </a:p>
      </dgm:t>
    </dgm:pt>
    <dgm:pt modelId="{4574133C-2C01-424C-9E35-3FA35F6AE022}">
      <dgm:prSet phldrT="[Текст]"/>
      <dgm:spPr/>
      <dgm:t>
        <a:bodyPr/>
        <a:lstStyle/>
        <a:p>
          <a:r>
            <a:rPr lang="en-US" dirty="0"/>
            <a:t>DB</a:t>
          </a:r>
          <a:endParaRPr lang="ru-RU" dirty="0"/>
        </a:p>
      </dgm:t>
    </dgm:pt>
    <dgm:pt modelId="{3C23F4D2-AFCB-4973-95F5-EAF330289D95}" type="parTrans" cxnId="{C878F57A-99A5-4507-A6E4-BE0D6C4B5EBF}">
      <dgm:prSet/>
      <dgm:spPr/>
      <dgm:t>
        <a:bodyPr/>
        <a:lstStyle/>
        <a:p>
          <a:endParaRPr lang="ru-RU"/>
        </a:p>
      </dgm:t>
    </dgm:pt>
    <dgm:pt modelId="{AF3089C1-CB78-42EE-B387-EFF5B845B340}" type="sibTrans" cxnId="{C878F57A-99A5-4507-A6E4-BE0D6C4B5EBF}">
      <dgm:prSet/>
      <dgm:spPr/>
      <dgm:t>
        <a:bodyPr/>
        <a:lstStyle/>
        <a:p>
          <a:endParaRPr lang="ru-RU"/>
        </a:p>
      </dgm:t>
    </dgm:pt>
    <dgm:pt modelId="{F0226C67-B18D-47BC-B6A4-8F430CBB5E53}" type="pres">
      <dgm:prSet presAssocID="{3F2D34C2-00A4-4BCB-AECF-8B236A85C14E}" presName="Name0" presStyleCnt="0">
        <dgm:presLayoutVars>
          <dgm:dir/>
          <dgm:resizeHandles val="exact"/>
        </dgm:presLayoutVars>
      </dgm:prSet>
      <dgm:spPr/>
    </dgm:pt>
    <dgm:pt modelId="{99DE147B-A741-48CC-97CB-08134BCA0697}" type="pres">
      <dgm:prSet presAssocID="{73746694-DAB3-4714-9357-5DBFD50B9A6E}" presName="node" presStyleLbl="node1" presStyleIdx="0" presStyleCnt="3">
        <dgm:presLayoutVars>
          <dgm:bulletEnabled val="1"/>
        </dgm:presLayoutVars>
      </dgm:prSet>
      <dgm:spPr/>
    </dgm:pt>
    <dgm:pt modelId="{E379EAF0-6179-487E-B2F2-6793757CA1EF}" type="pres">
      <dgm:prSet presAssocID="{C48DBD8F-5AC1-4682-B65A-B2639017868D}" presName="sibTrans" presStyleLbl="sibTrans2D1" presStyleIdx="0" presStyleCnt="2"/>
      <dgm:spPr/>
    </dgm:pt>
    <dgm:pt modelId="{D419DCF1-2582-4AB7-89F3-E53980171C54}" type="pres">
      <dgm:prSet presAssocID="{C48DBD8F-5AC1-4682-B65A-B2639017868D}" presName="connectorText" presStyleLbl="sibTrans2D1" presStyleIdx="0" presStyleCnt="2"/>
      <dgm:spPr/>
    </dgm:pt>
    <dgm:pt modelId="{79B1923B-CD17-4503-85FD-2892E2CA5127}" type="pres">
      <dgm:prSet presAssocID="{9C7CA6C3-0C95-4A5E-A56D-E5B4E5B18636}" presName="node" presStyleLbl="node1" presStyleIdx="1" presStyleCnt="3">
        <dgm:presLayoutVars>
          <dgm:bulletEnabled val="1"/>
        </dgm:presLayoutVars>
      </dgm:prSet>
      <dgm:spPr/>
    </dgm:pt>
    <dgm:pt modelId="{624F04B7-98F5-4DEA-AE5E-C5459422AC1E}" type="pres">
      <dgm:prSet presAssocID="{C3DBA567-86D2-42B8-A85B-F2245F13E334}" presName="sibTrans" presStyleLbl="sibTrans2D1" presStyleIdx="1" presStyleCnt="2"/>
      <dgm:spPr/>
    </dgm:pt>
    <dgm:pt modelId="{C7A12989-AFB4-4960-9F44-45E2C42966A4}" type="pres">
      <dgm:prSet presAssocID="{C3DBA567-86D2-42B8-A85B-F2245F13E334}" presName="connectorText" presStyleLbl="sibTrans2D1" presStyleIdx="1" presStyleCnt="2"/>
      <dgm:spPr/>
    </dgm:pt>
    <dgm:pt modelId="{4EB8A278-E0B6-422B-8EC0-A812527AA927}" type="pres">
      <dgm:prSet presAssocID="{4574133C-2C01-424C-9E35-3FA35F6AE022}" presName="node" presStyleLbl="node1" presStyleIdx="2" presStyleCnt="3">
        <dgm:presLayoutVars>
          <dgm:bulletEnabled val="1"/>
        </dgm:presLayoutVars>
      </dgm:prSet>
      <dgm:spPr/>
    </dgm:pt>
  </dgm:ptLst>
  <dgm:cxnLst>
    <dgm:cxn modelId="{96304A01-B184-4A16-AD1A-624BBB0CD430}" type="presOf" srcId="{C3DBA567-86D2-42B8-A85B-F2245F13E334}" destId="{C7A12989-AFB4-4960-9F44-45E2C42966A4}" srcOrd="1" destOrd="0" presId="urn:microsoft.com/office/officeart/2005/8/layout/process1"/>
    <dgm:cxn modelId="{8A5EF833-6213-4A19-BB82-CD1B22212739}" srcId="{3F2D34C2-00A4-4BCB-AECF-8B236A85C14E}" destId="{9C7CA6C3-0C95-4A5E-A56D-E5B4E5B18636}" srcOrd="1" destOrd="0" parTransId="{F4786D78-97AA-42CA-B3E1-6A5C9ED6C74F}" sibTransId="{C3DBA567-86D2-42B8-A85B-F2245F13E334}"/>
    <dgm:cxn modelId="{13EEE553-3D0B-4ECD-9612-5A9F1003EEBA}" type="presOf" srcId="{C48DBD8F-5AC1-4682-B65A-B2639017868D}" destId="{E379EAF0-6179-487E-B2F2-6793757CA1EF}" srcOrd="0" destOrd="0" presId="urn:microsoft.com/office/officeart/2005/8/layout/process1"/>
    <dgm:cxn modelId="{C878F57A-99A5-4507-A6E4-BE0D6C4B5EBF}" srcId="{3F2D34C2-00A4-4BCB-AECF-8B236A85C14E}" destId="{4574133C-2C01-424C-9E35-3FA35F6AE022}" srcOrd="2" destOrd="0" parTransId="{3C23F4D2-AFCB-4973-95F5-EAF330289D95}" sibTransId="{AF3089C1-CB78-42EE-B387-EFF5B845B340}"/>
    <dgm:cxn modelId="{7E352A83-C6BF-423B-8DFA-698E2A821332}" type="presOf" srcId="{3F2D34C2-00A4-4BCB-AECF-8B236A85C14E}" destId="{F0226C67-B18D-47BC-B6A4-8F430CBB5E53}" srcOrd="0" destOrd="0" presId="urn:microsoft.com/office/officeart/2005/8/layout/process1"/>
    <dgm:cxn modelId="{196EBD87-2D3A-404B-9FB8-C7C7CE7A5DFC}" type="presOf" srcId="{C48DBD8F-5AC1-4682-B65A-B2639017868D}" destId="{D419DCF1-2582-4AB7-89F3-E53980171C54}" srcOrd="1" destOrd="0" presId="urn:microsoft.com/office/officeart/2005/8/layout/process1"/>
    <dgm:cxn modelId="{1043848D-9231-4A9F-81FF-D963053C6E3B}" srcId="{3F2D34C2-00A4-4BCB-AECF-8B236A85C14E}" destId="{73746694-DAB3-4714-9357-5DBFD50B9A6E}" srcOrd="0" destOrd="0" parTransId="{0CA63329-917E-4D92-86E6-870A4B357A4E}" sibTransId="{C48DBD8F-5AC1-4682-B65A-B2639017868D}"/>
    <dgm:cxn modelId="{0A1B4E9B-BED4-4AB5-BA4D-0288C508EAF5}" type="presOf" srcId="{9C7CA6C3-0C95-4A5E-A56D-E5B4E5B18636}" destId="{79B1923B-CD17-4503-85FD-2892E2CA5127}" srcOrd="0" destOrd="0" presId="urn:microsoft.com/office/officeart/2005/8/layout/process1"/>
    <dgm:cxn modelId="{64511D9C-C1C2-4436-9E0D-315CCF9CEEDA}" type="presOf" srcId="{C3DBA567-86D2-42B8-A85B-F2245F13E334}" destId="{624F04B7-98F5-4DEA-AE5E-C5459422AC1E}" srcOrd="0" destOrd="0" presId="urn:microsoft.com/office/officeart/2005/8/layout/process1"/>
    <dgm:cxn modelId="{C9F1A7B8-B3E6-4823-9DC3-1DFB29EDCB17}" type="presOf" srcId="{73746694-DAB3-4714-9357-5DBFD50B9A6E}" destId="{99DE147B-A741-48CC-97CB-08134BCA0697}" srcOrd="0" destOrd="0" presId="urn:microsoft.com/office/officeart/2005/8/layout/process1"/>
    <dgm:cxn modelId="{B85001C2-9E01-47E3-B120-81210F7422E4}" type="presOf" srcId="{4574133C-2C01-424C-9E35-3FA35F6AE022}" destId="{4EB8A278-E0B6-422B-8EC0-A812527AA927}" srcOrd="0" destOrd="0" presId="urn:microsoft.com/office/officeart/2005/8/layout/process1"/>
    <dgm:cxn modelId="{2EA42A2B-167E-4BFA-A591-601D8C1B29A3}" type="presParOf" srcId="{F0226C67-B18D-47BC-B6A4-8F430CBB5E53}" destId="{99DE147B-A741-48CC-97CB-08134BCA0697}" srcOrd="0" destOrd="0" presId="urn:microsoft.com/office/officeart/2005/8/layout/process1"/>
    <dgm:cxn modelId="{7AEA3667-2096-4372-8874-35AAC40154FF}" type="presParOf" srcId="{F0226C67-B18D-47BC-B6A4-8F430CBB5E53}" destId="{E379EAF0-6179-487E-B2F2-6793757CA1EF}" srcOrd="1" destOrd="0" presId="urn:microsoft.com/office/officeart/2005/8/layout/process1"/>
    <dgm:cxn modelId="{839A79A5-74F4-44E0-90CD-239FE18691BB}" type="presParOf" srcId="{E379EAF0-6179-487E-B2F2-6793757CA1EF}" destId="{D419DCF1-2582-4AB7-89F3-E53980171C54}" srcOrd="0" destOrd="0" presId="urn:microsoft.com/office/officeart/2005/8/layout/process1"/>
    <dgm:cxn modelId="{F367EF73-7C5D-4393-A527-743D43D9685C}" type="presParOf" srcId="{F0226C67-B18D-47BC-B6A4-8F430CBB5E53}" destId="{79B1923B-CD17-4503-85FD-2892E2CA5127}" srcOrd="2" destOrd="0" presId="urn:microsoft.com/office/officeart/2005/8/layout/process1"/>
    <dgm:cxn modelId="{7BE5C28C-80E3-4090-85DE-311E060AA742}" type="presParOf" srcId="{F0226C67-B18D-47BC-B6A4-8F430CBB5E53}" destId="{624F04B7-98F5-4DEA-AE5E-C5459422AC1E}" srcOrd="3" destOrd="0" presId="urn:microsoft.com/office/officeart/2005/8/layout/process1"/>
    <dgm:cxn modelId="{52FD75F3-C556-4B33-A25F-5561AE7CC49F}" type="presParOf" srcId="{624F04B7-98F5-4DEA-AE5E-C5459422AC1E}" destId="{C7A12989-AFB4-4960-9F44-45E2C42966A4}" srcOrd="0" destOrd="0" presId="urn:microsoft.com/office/officeart/2005/8/layout/process1"/>
    <dgm:cxn modelId="{37F93C93-2850-4CF2-8154-41E4C9F1E079}" type="presParOf" srcId="{F0226C67-B18D-47BC-B6A4-8F430CBB5E53}" destId="{4EB8A278-E0B6-422B-8EC0-A812527AA927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FFC562-CEB7-441C-8784-01DE0064CFC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35218AF-AA75-4739-9225-14980221682F}">
      <dgm:prSet phldrT="[Текст]"/>
      <dgm:spPr/>
      <dgm:t>
        <a:bodyPr/>
        <a:lstStyle/>
        <a:p>
          <a:r>
            <a:rPr lang="ru-RU" dirty="0"/>
            <a:t>Источник: </a:t>
          </a:r>
          <a:r>
            <a:rPr lang="en-US" dirty="0" err="1"/>
            <a:t>clicks_topic</a:t>
          </a:r>
          <a:endParaRPr lang="ru-RU" dirty="0"/>
        </a:p>
      </dgm:t>
    </dgm:pt>
    <dgm:pt modelId="{AB13C8C2-6075-440A-BADA-DD188DDA810C}" type="parTrans" cxnId="{5BA86295-232B-499D-8EF2-5937454C02FE}">
      <dgm:prSet/>
      <dgm:spPr/>
      <dgm:t>
        <a:bodyPr/>
        <a:lstStyle/>
        <a:p>
          <a:endParaRPr lang="ru-RU"/>
        </a:p>
      </dgm:t>
    </dgm:pt>
    <dgm:pt modelId="{9DD28C55-16A9-428F-9E29-F9932EC133B1}" type="sibTrans" cxnId="{5BA86295-232B-499D-8EF2-5937454C02FE}">
      <dgm:prSet/>
      <dgm:spPr/>
      <dgm:t>
        <a:bodyPr/>
        <a:lstStyle/>
        <a:p>
          <a:endParaRPr lang="ru-RU"/>
        </a:p>
      </dgm:t>
    </dgm:pt>
    <dgm:pt modelId="{9912DE0D-0C40-4152-9786-6845EE79ABF4}">
      <dgm:prSet phldrT="[Текст]"/>
      <dgm:spPr/>
      <dgm:t>
        <a:bodyPr/>
        <a:lstStyle/>
        <a:p>
          <a:r>
            <a:rPr lang="en-US" dirty="0"/>
            <a:t>filter (</a:t>
          </a:r>
          <a:r>
            <a:rPr lang="en-US" dirty="0" err="1"/>
            <a:t>isValid</a:t>
          </a:r>
          <a:r>
            <a:rPr lang="en-US" dirty="0"/>
            <a:t>)</a:t>
          </a:r>
          <a:endParaRPr lang="ru-RU" dirty="0"/>
        </a:p>
      </dgm:t>
    </dgm:pt>
    <dgm:pt modelId="{10907EF0-F12E-45DB-A4D5-D5A4F7A8B7C3}" type="parTrans" cxnId="{86B7C2C1-BCDE-44C5-AB6C-E81BFC4C3FF0}">
      <dgm:prSet/>
      <dgm:spPr/>
      <dgm:t>
        <a:bodyPr/>
        <a:lstStyle/>
        <a:p>
          <a:endParaRPr lang="ru-RU"/>
        </a:p>
      </dgm:t>
    </dgm:pt>
    <dgm:pt modelId="{9D1FC2C1-7FDC-434E-B4E4-78C9222CC5C1}" type="sibTrans" cxnId="{86B7C2C1-BCDE-44C5-AB6C-E81BFC4C3FF0}">
      <dgm:prSet/>
      <dgm:spPr/>
      <dgm:t>
        <a:bodyPr/>
        <a:lstStyle/>
        <a:p>
          <a:endParaRPr lang="ru-RU"/>
        </a:p>
      </dgm:t>
    </dgm:pt>
    <dgm:pt modelId="{D30BAF99-F0D5-450F-8DEC-0F28C2D7823C}">
      <dgm:prSet phldrT="[Текст]"/>
      <dgm:spPr/>
      <dgm:t>
        <a:bodyPr/>
        <a:lstStyle/>
        <a:p>
          <a:r>
            <a:rPr lang="en-US" dirty="0" err="1"/>
            <a:t>groupBy</a:t>
          </a:r>
          <a:r>
            <a:rPr lang="en-US" dirty="0"/>
            <a:t> (</a:t>
          </a:r>
          <a:r>
            <a:rPr lang="en-US" dirty="0" err="1"/>
            <a:t>user_id</a:t>
          </a:r>
          <a:r>
            <a:rPr lang="en-US" dirty="0"/>
            <a:t>)</a:t>
          </a:r>
          <a:endParaRPr lang="ru-RU" dirty="0"/>
        </a:p>
      </dgm:t>
    </dgm:pt>
    <dgm:pt modelId="{FC6F3F51-7230-4EEE-88FA-1BF74F65C406}" type="parTrans" cxnId="{5100FBAD-9E9A-47CB-BF2F-800590D7ED48}">
      <dgm:prSet/>
      <dgm:spPr/>
      <dgm:t>
        <a:bodyPr/>
        <a:lstStyle/>
        <a:p>
          <a:endParaRPr lang="ru-RU"/>
        </a:p>
      </dgm:t>
    </dgm:pt>
    <dgm:pt modelId="{431513F5-BBB7-4A5A-A423-3314D38755B6}" type="sibTrans" cxnId="{5100FBAD-9E9A-47CB-BF2F-800590D7ED48}">
      <dgm:prSet/>
      <dgm:spPr/>
      <dgm:t>
        <a:bodyPr/>
        <a:lstStyle/>
        <a:p>
          <a:endParaRPr lang="ru-RU"/>
        </a:p>
      </dgm:t>
    </dgm:pt>
    <dgm:pt modelId="{8D65935D-359F-448E-8C3C-4D98256179DE}">
      <dgm:prSet phldrT="[Текст]"/>
      <dgm:spPr/>
      <dgm:t>
        <a:bodyPr/>
        <a:lstStyle/>
        <a:p>
          <a:r>
            <a:rPr lang="en-US" dirty="0"/>
            <a:t>window (1 </a:t>
          </a:r>
          <a:r>
            <a:rPr lang="ru-RU" dirty="0"/>
            <a:t>час)</a:t>
          </a:r>
        </a:p>
      </dgm:t>
    </dgm:pt>
    <dgm:pt modelId="{46A737B1-ACB8-4DD1-8E56-A341BFF56A4C}" type="parTrans" cxnId="{BE4E5D6F-C98C-45F3-8761-5A59EAB1CAE5}">
      <dgm:prSet/>
      <dgm:spPr/>
      <dgm:t>
        <a:bodyPr/>
        <a:lstStyle/>
        <a:p>
          <a:endParaRPr lang="ru-RU"/>
        </a:p>
      </dgm:t>
    </dgm:pt>
    <dgm:pt modelId="{C59B3E2F-0E8F-468F-990E-1B0EB14C73D1}" type="sibTrans" cxnId="{BE4E5D6F-C98C-45F3-8761-5A59EAB1CAE5}">
      <dgm:prSet/>
      <dgm:spPr/>
      <dgm:t>
        <a:bodyPr/>
        <a:lstStyle/>
        <a:p>
          <a:endParaRPr lang="ru-RU"/>
        </a:p>
      </dgm:t>
    </dgm:pt>
    <dgm:pt modelId="{F412F7B6-D0BE-4088-B947-5B29159FC4D8}">
      <dgm:prSet phldrT="[Текст]"/>
      <dgm:spPr/>
      <dgm:t>
        <a:bodyPr/>
        <a:lstStyle/>
        <a:p>
          <a:r>
            <a:rPr lang="en-US" dirty="0"/>
            <a:t>count()</a:t>
          </a:r>
          <a:endParaRPr lang="ru-RU" dirty="0"/>
        </a:p>
      </dgm:t>
    </dgm:pt>
    <dgm:pt modelId="{DCC443E8-80BD-4B26-B4C9-F254D72463C6}" type="parTrans" cxnId="{D766DBE2-5AA3-48B8-9E61-4DF4E014FA35}">
      <dgm:prSet/>
      <dgm:spPr/>
      <dgm:t>
        <a:bodyPr/>
        <a:lstStyle/>
        <a:p>
          <a:endParaRPr lang="ru-RU"/>
        </a:p>
      </dgm:t>
    </dgm:pt>
    <dgm:pt modelId="{225D705D-6CFB-4A6D-A92C-6A70EBA2542B}" type="sibTrans" cxnId="{D766DBE2-5AA3-48B8-9E61-4DF4E014FA35}">
      <dgm:prSet/>
      <dgm:spPr/>
      <dgm:t>
        <a:bodyPr/>
        <a:lstStyle/>
        <a:p>
          <a:endParaRPr lang="ru-RU"/>
        </a:p>
      </dgm:t>
    </dgm:pt>
    <dgm:pt modelId="{2F107AA1-4AB5-4EC8-A3F2-C406A861E2E8}">
      <dgm:prSet phldrT="[Текст]"/>
      <dgm:spPr/>
      <dgm:t>
        <a:bodyPr/>
        <a:lstStyle/>
        <a:p>
          <a:r>
            <a:rPr lang="ru-RU" dirty="0"/>
            <a:t>Приёмник: </a:t>
          </a:r>
          <a:r>
            <a:rPr lang="en-US" dirty="0" err="1"/>
            <a:t>user_activity_topic</a:t>
          </a:r>
          <a:endParaRPr lang="ru-RU" dirty="0"/>
        </a:p>
      </dgm:t>
    </dgm:pt>
    <dgm:pt modelId="{C489A071-DA1C-406A-B528-97AF64703E28}" type="parTrans" cxnId="{F10949EC-15C8-4491-B73D-53D4E8C548A6}">
      <dgm:prSet/>
      <dgm:spPr/>
      <dgm:t>
        <a:bodyPr/>
        <a:lstStyle/>
        <a:p>
          <a:endParaRPr lang="ru-RU"/>
        </a:p>
      </dgm:t>
    </dgm:pt>
    <dgm:pt modelId="{AA8122AC-1BF0-412C-8D44-C8616870B84B}" type="sibTrans" cxnId="{F10949EC-15C8-4491-B73D-53D4E8C548A6}">
      <dgm:prSet/>
      <dgm:spPr/>
      <dgm:t>
        <a:bodyPr/>
        <a:lstStyle/>
        <a:p>
          <a:endParaRPr lang="ru-RU"/>
        </a:p>
      </dgm:t>
    </dgm:pt>
    <dgm:pt modelId="{DF0CA566-9FA5-428D-BC14-23EAA7E7A032}" type="pres">
      <dgm:prSet presAssocID="{96FFC562-CEB7-441C-8784-01DE0064CFC1}" presName="Name0" presStyleCnt="0">
        <dgm:presLayoutVars>
          <dgm:dir/>
          <dgm:resizeHandles val="exact"/>
        </dgm:presLayoutVars>
      </dgm:prSet>
      <dgm:spPr/>
    </dgm:pt>
    <dgm:pt modelId="{5793D286-4CAC-4251-88AA-B09E3242C9D3}" type="pres">
      <dgm:prSet presAssocID="{D35218AF-AA75-4739-9225-14980221682F}" presName="node" presStyleLbl="node1" presStyleIdx="0" presStyleCnt="6">
        <dgm:presLayoutVars>
          <dgm:bulletEnabled val="1"/>
        </dgm:presLayoutVars>
      </dgm:prSet>
      <dgm:spPr/>
    </dgm:pt>
    <dgm:pt modelId="{E3BE8AD0-3D59-4209-96BE-F77A669BDE01}" type="pres">
      <dgm:prSet presAssocID="{9DD28C55-16A9-428F-9E29-F9932EC133B1}" presName="sibTrans" presStyleLbl="sibTrans2D1" presStyleIdx="0" presStyleCnt="5"/>
      <dgm:spPr/>
    </dgm:pt>
    <dgm:pt modelId="{00C2BCC0-1D90-4647-98FD-83729A8FB6BF}" type="pres">
      <dgm:prSet presAssocID="{9DD28C55-16A9-428F-9E29-F9932EC133B1}" presName="connectorText" presStyleLbl="sibTrans2D1" presStyleIdx="0" presStyleCnt="5"/>
      <dgm:spPr/>
    </dgm:pt>
    <dgm:pt modelId="{8F6EAAC0-8F44-4AF0-96E2-8A1CF56E82A9}" type="pres">
      <dgm:prSet presAssocID="{9912DE0D-0C40-4152-9786-6845EE79ABF4}" presName="node" presStyleLbl="node1" presStyleIdx="1" presStyleCnt="6">
        <dgm:presLayoutVars>
          <dgm:bulletEnabled val="1"/>
        </dgm:presLayoutVars>
      </dgm:prSet>
      <dgm:spPr/>
    </dgm:pt>
    <dgm:pt modelId="{CDD4DCFE-DDED-45A3-9DA2-26417E4045D0}" type="pres">
      <dgm:prSet presAssocID="{9D1FC2C1-7FDC-434E-B4E4-78C9222CC5C1}" presName="sibTrans" presStyleLbl="sibTrans2D1" presStyleIdx="1" presStyleCnt="5"/>
      <dgm:spPr/>
    </dgm:pt>
    <dgm:pt modelId="{7ED49927-7369-49B1-8689-AB1259CA49D1}" type="pres">
      <dgm:prSet presAssocID="{9D1FC2C1-7FDC-434E-B4E4-78C9222CC5C1}" presName="connectorText" presStyleLbl="sibTrans2D1" presStyleIdx="1" presStyleCnt="5"/>
      <dgm:spPr/>
    </dgm:pt>
    <dgm:pt modelId="{E296ECA7-2C58-4BF8-A320-1D738BBDD9CA}" type="pres">
      <dgm:prSet presAssocID="{D30BAF99-F0D5-450F-8DEC-0F28C2D7823C}" presName="node" presStyleLbl="node1" presStyleIdx="2" presStyleCnt="6">
        <dgm:presLayoutVars>
          <dgm:bulletEnabled val="1"/>
        </dgm:presLayoutVars>
      </dgm:prSet>
      <dgm:spPr/>
    </dgm:pt>
    <dgm:pt modelId="{80DB1EAD-740A-44A3-9D49-8B5D911A5216}" type="pres">
      <dgm:prSet presAssocID="{431513F5-BBB7-4A5A-A423-3314D38755B6}" presName="sibTrans" presStyleLbl="sibTrans2D1" presStyleIdx="2" presStyleCnt="5"/>
      <dgm:spPr/>
    </dgm:pt>
    <dgm:pt modelId="{4BD0126B-4E0B-43D4-B437-2CA0F597FF1A}" type="pres">
      <dgm:prSet presAssocID="{431513F5-BBB7-4A5A-A423-3314D38755B6}" presName="connectorText" presStyleLbl="sibTrans2D1" presStyleIdx="2" presStyleCnt="5"/>
      <dgm:spPr/>
    </dgm:pt>
    <dgm:pt modelId="{A31A8495-D3EC-4746-A119-7AD33F99415D}" type="pres">
      <dgm:prSet presAssocID="{8D65935D-359F-448E-8C3C-4D98256179DE}" presName="node" presStyleLbl="node1" presStyleIdx="3" presStyleCnt="6">
        <dgm:presLayoutVars>
          <dgm:bulletEnabled val="1"/>
        </dgm:presLayoutVars>
      </dgm:prSet>
      <dgm:spPr/>
    </dgm:pt>
    <dgm:pt modelId="{5D3AA463-CB2C-4EFF-8491-07BC3259A025}" type="pres">
      <dgm:prSet presAssocID="{C59B3E2F-0E8F-468F-990E-1B0EB14C73D1}" presName="sibTrans" presStyleLbl="sibTrans2D1" presStyleIdx="3" presStyleCnt="5"/>
      <dgm:spPr/>
    </dgm:pt>
    <dgm:pt modelId="{7268F293-977A-461D-935B-192EC9782AB7}" type="pres">
      <dgm:prSet presAssocID="{C59B3E2F-0E8F-468F-990E-1B0EB14C73D1}" presName="connectorText" presStyleLbl="sibTrans2D1" presStyleIdx="3" presStyleCnt="5"/>
      <dgm:spPr/>
    </dgm:pt>
    <dgm:pt modelId="{5C330105-9D73-48EB-A859-2ACBBA88CECD}" type="pres">
      <dgm:prSet presAssocID="{F412F7B6-D0BE-4088-B947-5B29159FC4D8}" presName="node" presStyleLbl="node1" presStyleIdx="4" presStyleCnt="6">
        <dgm:presLayoutVars>
          <dgm:bulletEnabled val="1"/>
        </dgm:presLayoutVars>
      </dgm:prSet>
      <dgm:spPr/>
    </dgm:pt>
    <dgm:pt modelId="{875873B6-FACC-4877-8350-057DFBA19553}" type="pres">
      <dgm:prSet presAssocID="{225D705D-6CFB-4A6D-A92C-6A70EBA2542B}" presName="sibTrans" presStyleLbl="sibTrans2D1" presStyleIdx="4" presStyleCnt="5"/>
      <dgm:spPr/>
    </dgm:pt>
    <dgm:pt modelId="{A7A4B936-B1D1-439F-B806-E17B481CC7FF}" type="pres">
      <dgm:prSet presAssocID="{225D705D-6CFB-4A6D-A92C-6A70EBA2542B}" presName="connectorText" presStyleLbl="sibTrans2D1" presStyleIdx="4" presStyleCnt="5"/>
      <dgm:spPr/>
    </dgm:pt>
    <dgm:pt modelId="{860C6F3C-CEE8-45A9-9A6B-323EA25CAFFD}" type="pres">
      <dgm:prSet presAssocID="{2F107AA1-4AB5-4EC8-A3F2-C406A861E2E8}" presName="node" presStyleLbl="node1" presStyleIdx="5" presStyleCnt="6">
        <dgm:presLayoutVars>
          <dgm:bulletEnabled val="1"/>
        </dgm:presLayoutVars>
      </dgm:prSet>
      <dgm:spPr/>
    </dgm:pt>
  </dgm:ptLst>
  <dgm:cxnLst>
    <dgm:cxn modelId="{A66C5205-975A-435A-AF53-DB4A4AD98746}" type="presOf" srcId="{D30BAF99-F0D5-450F-8DEC-0F28C2D7823C}" destId="{E296ECA7-2C58-4BF8-A320-1D738BBDD9CA}" srcOrd="0" destOrd="0" presId="urn:microsoft.com/office/officeart/2005/8/layout/process1"/>
    <dgm:cxn modelId="{5241590C-FFDE-4EC1-8C89-A59D93FB5E4D}" type="presOf" srcId="{96FFC562-CEB7-441C-8784-01DE0064CFC1}" destId="{DF0CA566-9FA5-428D-BC14-23EAA7E7A032}" srcOrd="0" destOrd="0" presId="urn:microsoft.com/office/officeart/2005/8/layout/process1"/>
    <dgm:cxn modelId="{A709C917-A3E4-45A6-94C5-9001EC6A40DA}" type="presOf" srcId="{9DD28C55-16A9-428F-9E29-F9932EC133B1}" destId="{E3BE8AD0-3D59-4209-96BE-F77A669BDE01}" srcOrd="0" destOrd="0" presId="urn:microsoft.com/office/officeart/2005/8/layout/process1"/>
    <dgm:cxn modelId="{8147DD29-EAC7-4F3B-8F26-D221246DB773}" type="presOf" srcId="{C59B3E2F-0E8F-468F-990E-1B0EB14C73D1}" destId="{5D3AA463-CB2C-4EFF-8491-07BC3259A025}" srcOrd="0" destOrd="0" presId="urn:microsoft.com/office/officeart/2005/8/layout/process1"/>
    <dgm:cxn modelId="{7A5D062A-7A62-4107-8FFF-A364EA03C70C}" type="presOf" srcId="{9DD28C55-16A9-428F-9E29-F9932EC133B1}" destId="{00C2BCC0-1D90-4647-98FD-83729A8FB6BF}" srcOrd="1" destOrd="0" presId="urn:microsoft.com/office/officeart/2005/8/layout/process1"/>
    <dgm:cxn modelId="{8761F15F-8131-4108-933E-7BBD8C9AF2D2}" type="presOf" srcId="{9912DE0D-0C40-4152-9786-6845EE79ABF4}" destId="{8F6EAAC0-8F44-4AF0-96E2-8A1CF56E82A9}" srcOrd="0" destOrd="0" presId="urn:microsoft.com/office/officeart/2005/8/layout/process1"/>
    <dgm:cxn modelId="{9B96B660-38AD-41C3-883E-AF787326C52D}" type="presOf" srcId="{431513F5-BBB7-4A5A-A423-3314D38755B6}" destId="{80DB1EAD-740A-44A3-9D49-8B5D911A5216}" srcOrd="0" destOrd="0" presId="urn:microsoft.com/office/officeart/2005/8/layout/process1"/>
    <dgm:cxn modelId="{B72C7D45-0DAD-420E-AB40-C6079E5D577D}" type="presOf" srcId="{431513F5-BBB7-4A5A-A423-3314D38755B6}" destId="{4BD0126B-4E0B-43D4-B437-2CA0F597FF1A}" srcOrd="1" destOrd="0" presId="urn:microsoft.com/office/officeart/2005/8/layout/process1"/>
    <dgm:cxn modelId="{5BEC206C-9C8C-42D4-8EB4-DFB8E387F2FB}" type="presOf" srcId="{8D65935D-359F-448E-8C3C-4D98256179DE}" destId="{A31A8495-D3EC-4746-A119-7AD33F99415D}" srcOrd="0" destOrd="0" presId="urn:microsoft.com/office/officeart/2005/8/layout/process1"/>
    <dgm:cxn modelId="{BE4E5D6F-C98C-45F3-8761-5A59EAB1CAE5}" srcId="{96FFC562-CEB7-441C-8784-01DE0064CFC1}" destId="{8D65935D-359F-448E-8C3C-4D98256179DE}" srcOrd="3" destOrd="0" parTransId="{46A737B1-ACB8-4DD1-8E56-A341BFF56A4C}" sibTransId="{C59B3E2F-0E8F-468F-990E-1B0EB14C73D1}"/>
    <dgm:cxn modelId="{3B85127F-9617-4EF5-9A92-DEE2F752C73C}" type="presOf" srcId="{225D705D-6CFB-4A6D-A92C-6A70EBA2542B}" destId="{875873B6-FACC-4877-8350-057DFBA19553}" srcOrd="0" destOrd="0" presId="urn:microsoft.com/office/officeart/2005/8/layout/process1"/>
    <dgm:cxn modelId="{652C3381-3A78-4845-A1D6-7011A90704C1}" type="presOf" srcId="{D35218AF-AA75-4739-9225-14980221682F}" destId="{5793D286-4CAC-4251-88AA-B09E3242C9D3}" srcOrd="0" destOrd="0" presId="urn:microsoft.com/office/officeart/2005/8/layout/process1"/>
    <dgm:cxn modelId="{5BA86295-232B-499D-8EF2-5937454C02FE}" srcId="{96FFC562-CEB7-441C-8784-01DE0064CFC1}" destId="{D35218AF-AA75-4739-9225-14980221682F}" srcOrd="0" destOrd="0" parTransId="{AB13C8C2-6075-440A-BADA-DD188DDA810C}" sibTransId="{9DD28C55-16A9-428F-9E29-F9932EC133B1}"/>
    <dgm:cxn modelId="{5100FBAD-9E9A-47CB-BF2F-800590D7ED48}" srcId="{96FFC562-CEB7-441C-8784-01DE0064CFC1}" destId="{D30BAF99-F0D5-450F-8DEC-0F28C2D7823C}" srcOrd="2" destOrd="0" parTransId="{FC6F3F51-7230-4EEE-88FA-1BF74F65C406}" sibTransId="{431513F5-BBB7-4A5A-A423-3314D38755B6}"/>
    <dgm:cxn modelId="{A50E97B5-6D8E-44DB-8216-396F80AF37BD}" type="presOf" srcId="{C59B3E2F-0E8F-468F-990E-1B0EB14C73D1}" destId="{7268F293-977A-461D-935B-192EC9782AB7}" srcOrd="1" destOrd="0" presId="urn:microsoft.com/office/officeart/2005/8/layout/process1"/>
    <dgm:cxn modelId="{86B7C2C1-BCDE-44C5-AB6C-E81BFC4C3FF0}" srcId="{96FFC562-CEB7-441C-8784-01DE0064CFC1}" destId="{9912DE0D-0C40-4152-9786-6845EE79ABF4}" srcOrd="1" destOrd="0" parTransId="{10907EF0-F12E-45DB-A4D5-D5A4F7A8B7C3}" sibTransId="{9D1FC2C1-7FDC-434E-B4E4-78C9222CC5C1}"/>
    <dgm:cxn modelId="{4CA7BCD0-1C2E-4C5E-9363-C6401CD5BDC8}" type="presOf" srcId="{9D1FC2C1-7FDC-434E-B4E4-78C9222CC5C1}" destId="{CDD4DCFE-DDED-45A3-9DA2-26417E4045D0}" srcOrd="0" destOrd="0" presId="urn:microsoft.com/office/officeart/2005/8/layout/process1"/>
    <dgm:cxn modelId="{F00E1ED1-FF93-4086-A2C5-0DD2DD310DC6}" type="presOf" srcId="{225D705D-6CFB-4A6D-A92C-6A70EBA2542B}" destId="{A7A4B936-B1D1-439F-B806-E17B481CC7FF}" srcOrd="1" destOrd="0" presId="urn:microsoft.com/office/officeart/2005/8/layout/process1"/>
    <dgm:cxn modelId="{E87F4DE2-D537-42B1-8C15-36A74C9A07E7}" type="presOf" srcId="{2F107AA1-4AB5-4EC8-A3F2-C406A861E2E8}" destId="{860C6F3C-CEE8-45A9-9A6B-323EA25CAFFD}" srcOrd="0" destOrd="0" presId="urn:microsoft.com/office/officeart/2005/8/layout/process1"/>
    <dgm:cxn modelId="{D766DBE2-5AA3-48B8-9E61-4DF4E014FA35}" srcId="{96FFC562-CEB7-441C-8784-01DE0064CFC1}" destId="{F412F7B6-D0BE-4088-B947-5B29159FC4D8}" srcOrd="4" destOrd="0" parTransId="{DCC443E8-80BD-4B26-B4C9-F254D72463C6}" sibTransId="{225D705D-6CFB-4A6D-A92C-6A70EBA2542B}"/>
    <dgm:cxn modelId="{F10949EC-15C8-4491-B73D-53D4E8C548A6}" srcId="{96FFC562-CEB7-441C-8784-01DE0064CFC1}" destId="{2F107AA1-4AB5-4EC8-A3F2-C406A861E2E8}" srcOrd="5" destOrd="0" parTransId="{C489A071-DA1C-406A-B528-97AF64703E28}" sibTransId="{AA8122AC-1BF0-412C-8D44-C8616870B84B}"/>
    <dgm:cxn modelId="{2EC149F2-DC5F-46CE-8F3D-C9C439337171}" type="presOf" srcId="{9D1FC2C1-7FDC-434E-B4E4-78C9222CC5C1}" destId="{7ED49927-7369-49B1-8689-AB1259CA49D1}" srcOrd="1" destOrd="0" presId="urn:microsoft.com/office/officeart/2005/8/layout/process1"/>
    <dgm:cxn modelId="{E2D5BAF8-778F-4B0F-A3CF-4F7D6AA11C93}" type="presOf" srcId="{F412F7B6-D0BE-4088-B947-5B29159FC4D8}" destId="{5C330105-9D73-48EB-A859-2ACBBA88CECD}" srcOrd="0" destOrd="0" presId="urn:microsoft.com/office/officeart/2005/8/layout/process1"/>
    <dgm:cxn modelId="{8E211DC3-B3DD-4832-8880-399AE2340CFA}" type="presParOf" srcId="{DF0CA566-9FA5-428D-BC14-23EAA7E7A032}" destId="{5793D286-4CAC-4251-88AA-B09E3242C9D3}" srcOrd="0" destOrd="0" presId="urn:microsoft.com/office/officeart/2005/8/layout/process1"/>
    <dgm:cxn modelId="{01E8E667-599D-4BAB-AD34-2AC612156F4B}" type="presParOf" srcId="{DF0CA566-9FA5-428D-BC14-23EAA7E7A032}" destId="{E3BE8AD0-3D59-4209-96BE-F77A669BDE01}" srcOrd="1" destOrd="0" presId="urn:microsoft.com/office/officeart/2005/8/layout/process1"/>
    <dgm:cxn modelId="{E6810F2E-56D0-404F-9575-E3CBC6BFB261}" type="presParOf" srcId="{E3BE8AD0-3D59-4209-96BE-F77A669BDE01}" destId="{00C2BCC0-1D90-4647-98FD-83729A8FB6BF}" srcOrd="0" destOrd="0" presId="urn:microsoft.com/office/officeart/2005/8/layout/process1"/>
    <dgm:cxn modelId="{3FF70B29-B036-495F-9856-E4FB975F0C1B}" type="presParOf" srcId="{DF0CA566-9FA5-428D-BC14-23EAA7E7A032}" destId="{8F6EAAC0-8F44-4AF0-96E2-8A1CF56E82A9}" srcOrd="2" destOrd="0" presId="urn:microsoft.com/office/officeart/2005/8/layout/process1"/>
    <dgm:cxn modelId="{2E915266-887C-484E-B581-D813A93788D9}" type="presParOf" srcId="{DF0CA566-9FA5-428D-BC14-23EAA7E7A032}" destId="{CDD4DCFE-DDED-45A3-9DA2-26417E4045D0}" srcOrd="3" destOrd="0" presId="urn:microsoft.com/office/officeart/2005/8/layout/process1"/>
    <dgm:cxn modelId="{3116CC3E-ACDE-402D-915A-26AB4EE8278C}" type="presParOf" srcId="{CDD4DCFE-DDED-45A3-9DA2-26417E4045D0}" destId="{7ED49927-7369-49B1-8689-AB1259CA49D1}" srcOrd="0" destOrd="0" presId="urn:microsoft.com/office/officeart/2005/8/layout/process1"/>
    <dgm:cxn modelId="{D6C80B55-C3E1-41A3-9798-0A842AE3A727}" type="presParOf" srcId="{DF0CA566-9FA5-428D-BC14-23EAA7E7A032}" destId="{E296ECA7-2C58-4BF8-A320-1D738BBDD9CA}" srcOrd="4" destOrd="0" presId="urn:microsoft.com/office/officeart/2005/8/layout/process1"/>
    <dgm:cxn modelId="{27E3E8D3-4F48-4B2B-BCAF-AB517FE069B4}" type="presParOf" srcId="{DF0CA566-9FA5-428D-BC14-23EAA7E7A032}" destId="{80DB1EAD-740A-44A3-9D49-8B5D911A5216}" srcOrd="5" destOrd="0" presId="urn:microsoft.com/office/officeart/2005/8/layout/process1"/>
    <dgm:cxn modelId="{62754F0C-F87A-4649-9E2B-D35695E263DC}" type="presParOf" srcId="{80DB1EAD-740A-44A3-9D49-8B5D911A5216}" destId="{4BD0126B-4E0B-43D4-B437-2CA0F597FF1A}" srcOrd="0" destOrd="0" presId="urn:microsoft.com/office/officeart/2005/8/layout/process1"/>
    <dgm:cxn modelId="{55C0B3A8-8AFE-4053-84BC-F5F56B9293B8}" type="presParOf" srcId="{DF0CA566-9FA5-428D-BC14-23EAA7E7A032}" destId="{A31A8495-D3EC-4746-A119-7AD33F99415D}" srcOrd="6" destOrd="0" presId="urn:microsoft.com/office/officeart/2005/8/layout/process1"/>
    <dgm:cxn modelId="{78BF8983-622E-4A0F-9718-ED839DE73863}" type="presParOf" srcId="{DF0CA566-9FA5-428D-BC14-23EAA7E7A032}" destId="{5D3AA463-CB2C-4EFF-8491-07BC3259A025}" srcOrd="7" destOrd="0" presId="urn:microsoft.com/office/officeart/2005/8/layout/process1"/>
    <dgm:cxn modelId="{F7A01F8A-65F2-42BB-A14D-6D40D36EF22B}" type="presParOf" srcId="{5D3AA463-CB2C-4EFF-8491-07BC3259A025}" destId="{7268F293-977A-461D-935B-192EC9782AB7}" srcOrd="0" destOrd="0" presId="urn:microsoft.com/office/officeart/2005/8/layout/process1"/>
    <dgm:cxn modelId="{9E45E6B9-AD61-4085-A8BE-C0EFF4AA0E63}" type="presParOf" srcId="{DF0CA566-9FA5-428D-BC14-23EAA7E7A032}" destId="{5C330105-9D73-48EB-A859-2ACBBA88CECD}" srcOrd="8" destOrd="0" presId="urn:microsoft.com/office/officeart/2005/8/layout/process1"/>
    <dgm:cxn modelId="{2313D58A-3977-40F3-8454-74C464D5E548}" type="presParOf" srcId="{DF0CA566-9FA5-428D-BC14-23EAA7E7A032}" destId="{875873B6-FACC-4877-8350-057DFBA19553}" srcOrd="9" destOrd="0" presId="urn:microsoft.com/office/officeart/2005/8/layout/process1"/>
    <dgm:cxn modelId="{5C89D2B0-C808-4386-89A7-BA291BF474B6}" type="presParOf" srcId="{875873B6-FACC-4877-8350-057DFBA19553}" destId="{A7A4B936-B1D1-439F-B806-E17B481CC7FF}" srcOrd="0" destOrd="0" presId="urn:microsoft.com/office/officeart/2005/8/layout/process1"/>
    <dgm:cxn modelId="{ECEC6621-2D59-4C05-9EAE-E907FF9DD2F1}" type="presParOf" srcId="{DF0CA566-9FA5-428D-BC14-23EAA7E7A032}" destId="{860C6F3C-CEE8-45A9-9A6B-323EA25CAFFD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DE147B-A741-48CC-97CB-08134BCA0697}">
      <dsp:nvSpPr>
        <dsp:cNvPr id="0" name=""/>
        <dsp:cNvSpPr/>
      </dsp:nvSpPr>
      <dsp:spPr>
        <a:xfrm>
          <a:off x="10715" y="3103165"/>
          <a:ext cx="3202781" cy="19216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 dirty="0"/>
            <a:t>Frontend </a:t>
          </a:r>
          <a:endParaRPr lang="ru-RU" sz="5600" kern="1200" dirty="0"/>
        </a:p>
      </dsp:txBody>
      <dsp:txXfrm>
        <a:off x="66999" y="3159449"/>
        <a:ext cx="3090213" cy="1809100"/>
      </dsp:txXfrm>
    </dsp:sp>
    <dsp:sp modelId="{E379EAF0-6179-487E-B2F2-6793757CA1EF}">
      <dsp:nvSpPr>
        <dsp:cNvPr id="0" name=""/>
        <dsp:cNvSpPr/>
      </dsp:nvSpPr>
      <dsp:spPr>
        <a:xfrm>
          <a:off x="3533775" y="3666855"/>
          <a:ext cx="678989" cy="7942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400" kern="1200"/>
        </a:p>
      </dsp:txBody>
      <dsp:txXfrm>
        <a:off x="3533775" y="3825713"/>
        <a:ext cx="475292" cy="476573"/>
      </dsp:txXfrm>
    </dsp:sp>
    <dsp:sp modelId="{79B1923B-CD17-4503-85FD-2892E2CA5127}">
      <dsp:nvSpPr>
        <dsp:cNvPr id="0" name=""/>
        <dsp:cNvSpPr/>
      </dsp:nvSpPr>
      <dsp:spPr>
        <a:xfrm>
          <a:off x="4494609" y="3103165"/>
          <a:ext cx="3202781" cy="19216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 dirty="0"/>
            <a:t>API</a:t>
          </a:r>
          <a:endParaRPr lang="ru-RU" sz="5600" kern="1200" dirty="0"/>
        </a:p>
      </dsp:txBody>
      <dsp:txXfrm>
        <a:off x="4550893" y="3159449"/>
        <a:ext cx="3090213" cy="1809100"/>
      </dsp:txXfrm>
    </dsp:sp>
    <dsp:sp modelId="{624F04B7-98F5-4DEA-AE5E-C5459422AC1E}">
      <dsp:nvSpPr>
        <dsp:cNvPr id="0" name=""/>
        <dsp:cNvSpPr/>
      </dsp:nvSpPr>
      <dsp:spPr>
        <a:xfrm>
          <a:off x="8017668" y="3666855"/>
          <a:ext cx="678989" cy="7942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400" kern="1200"/>
        </a:p>
      </dsp:txBody>
      <dsp:txXfrm>
        <a:off x="8017668" y="3825713"/>
        <a:ext cx="475292" cy="476573"/>
      </dsp:txXfrm>
    </dsp:sp>
    <dsp:sp modelId="{4EB8A278-E0B6-422B-8EC0-A812527AA927}">
      <dsp:nvSpPr>
        <dsp:cNvPr id="0" name=""/>
        <dsp:cNvSpPr/>
      </dsp:nvSpPr>
      <dsp:spPr>
        <a:xfrm>
          <a:off x="8978503" y="3103165"/>
          <a:ext cx="3202781" cy="19216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 dirty="0"/>
            <a:t>DB</a:t>
          </a:r>
          <a:endParaRPr lang="ru-RU" sz="5600" kern="1200" dirty="0"/>
        </a:p>
      </dsp:txBody>
      <dsp:txXfrm>
        <a:off x="9034787" y="3159449"/>
        <a:ext cx="3090213" cy="18091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93D286-4CAC-4251-88AA-B09E3242C9D3}">
      <dsp:nvSpPr>
        <dsp:cNvPr id="0" name=""/>
        <dsp:cNvSpPr/>
      </dsp:nvSpPr>
      <dsp:spPr>
        <a:xfrm>
          <a:off x="0" y="3794125"/>
          <a:ext cx="2017568" cy="12105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Источник: </a:t>
          </a:r>
          <a:r>
            <a:rPr lang="en-US" sz="1800" kern="1200" dirty="0" err="1"/>
            <a:t>clicks_topic</a:t>
          </a:r>
          <a:endParaRPr lang="ru-RU" sz="1800" kern="1200" dirty="0"/>
        </a:p>
      </dsp:txBody>
      <dsp:txXfrm>
        <a:off x="35456" y="3829581"/>
        <a:ext cx="1946656" cy="1139628"/>
      </dsp:txXfrm>
    </dsp:sp>
    <dsp:sp modelId="{E3BE8AD0-3D59-4209-96BE-F77A669BDE01}">
      <dsp:nvSpPr>
        <dsp:cNvPr id="0" name=""/>
        <dsp:cNvSpPr/>
      </dsp:nvSpPr>
      <dsp:spPr>
        <a:xfrm>
          <a:off x="2219324" y="4149217"/>
          <a:ext cx="427724" cy="5003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>
        <a:off x="2219324" y="4249288"/>
        <a:ext cx="299407" cy="300214"/>
      </dsp:txXfrm>
    </dsp:sp>
    <dsp:sp modelId="{8F6EAAC0-8F44-4AF0-96E2-8A1CF56E82A9}">
      <dsp:nvSpPr>
        <dsp:cNvPr id="0" name=""/>
        <dsp:cNvSpPr/>
      </dsp:nvSpPr>
      <dsp:spPr>
        <a:xfrm>
          <a:off x="2824595" y="3794125"/>
          <a:ext cx="2017568" cy="12105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filter (</a:t>
          </a:r>
          <a:r>
            <a:rPr lang="en-US" sz="1800" kern="1200" dirty="0" err="1"/>
            <a:t>isValid</a:t>
          </a:r>
          <a:r>
            <a:rPr lang="en-US" sz="1800" kern="1200" dirty="0"/>
            <a:t>)</a:t>
          </a:r>
          <a:endParaRPr lang="ru-RU" sz="1800" kern="1200" dirty="0"/>
        </a:p>
      </dsp:txBody>
      <dsp:txXfrm>
        <a:off x="2860051" y="3829581"/>
        <a:ext cx="1946656" cy="1139628"/>
      </dsp:txXfrm>
    </dsp:sp>
    <dsp:sp modelId="{CDD4DCFE-DDED-45A3-9DA2-26417E4045D0}">
      <dsp:nvSpPr>
        <dsp:cNvPr id="0" name=""/>
        <dsp:cNvSpPr/>
      </dsp:nvSpPr>
      <dsp:spPr>
        <a:xfrm>
          <a:off x="5043920" y="4149217"/>
          <a:ext cx="427724" cy="5003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>
        <a:off x="5043920" y="4249288"/>
        <a:ext cx="299407" cy="300214"/>
      </dsp:txXfrm>
    </dsp:sp>
    <dsp:sp modelId="{E296ECA7-2C58-4BF8-A320-1D738BBDD9CA}">
      <dsp:nvSpPr>
        <dsp:cNvPr id="0" name=""/>
        <dsp:cNvSpPr/>
      </dsp:nvSpPr>
      <dsp:spPr>
        <a:xfrm>
          <a:off x="5649190" y="3794125"/>
          <a:ext cx="2017568" cy="12105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groupBy</a:t>
          </a:r>
          <a:r>
            <a:rPr lang="en-US" sz="1800" kern="1200" dirty="0"/>
            <a:t> (</a:t>
          </a:r>
          <a:r>
            <a:rPr lang="en-US" sz="1800" kern="1200" dirty="0" err="1"/>
            <a:t>user_id</a:t>
          </a:r>
          <a:r>
            <a:rPr lang="en-US" sz="1800" kern="1200" dirty="0"/>
            <a:t>)</a:t>
          </a:r>
          <a:endParaRPr lang="ru-RU" sz="1800" kern="1200" dirty="0"/>
        </a:p>
      </dsp:txBody>
      <dsp:txXfrm>
        <a:off x="5684646" y="3829581"/>
        <a:ext cx="1946656" cy="1139628"/>
      </dsp:txXfrm>
    </dsp:sp>
    <dsp:sp modelId="{80DB1EAD-740A-44A3-9D49-8B5D911A5216}">
      <dsp:nvSpPr>
        <dsp:cNvPr id="0" name=""/>
        <dsp:cNvSpPr/>
      </dsp:nvSpPr>
      <dsp:spPr>
        <a:xfrm>
          <a:off x="7868515" y="4149217"/>
          <a:ext cx="427724" cy="5003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>
        <a:off x="7868515" y="4249288"/>
        <a:ext cx="299407" cy="300214"/>
      </dsp:txXfrm>
    </dsp:sp>
    <dsp:sp modelId="{A31A8495-D3EC-4746-A119-7AD33F99415D}">
      <dsp:nvSpPr>
        <dsp:cNvPr id="0" name=""/>
        <dsp:cNvSpPr/>
      </dsp:nvSpPr>
      <dsp:spPr>
        <a:xfrm>
          <a:off x="8473786" y="3794125"/>
          <a:ext cx="2017568" cy="12105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window (1 </a:t>
          </a:r>
          <a:r>
            <a:rPr lang="ru-RU" sz="1800" kern="1200" dirty="0"/>
            <a:t>час)</a:t>
          </a:r>
        </a:p>
      </dsp:txBody>
      <dsp:txXfrm>
        <a:off x="8509242" y="3829581"/>
        <a:ext cx="1946656" cy="1139628"/>
      </dsp:txXfrm>
    </dsp:sp>
    <dsp:sp modelId="{5D3AA463-CB2C-4EFF-8491-07BC3259A025}">
      <dsp:nvSpPr>
        <dsp:cNvPr id="0" name=""/>
        <dsp:cNvSpPr/>
      </dsp:nvSpPr>
      <dsp:spPr>
        <a:xfrm>
          <a:off x="10693111" y="4149217"/>
          <a:ext cx="427724" cy="5003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>
        <a:off x="10693111" y="4249288"/>
        <a:ext cx="299407" cy="300214"/>
      </dsp:txXfrm>
    </dsp:sp>
    <dsp:sp modelId="{5C330105-9D73-48EB-A859-2ACBBA88CECD}">
      <dsp:nvSpPr>
        <dsp:cNvPr id="0" name=""/>
        <dsp:cNvSpPr/>
      </dsp:nvSpPr>
      <dsp:spPr>
        <a:xfrm>
          <a:off x="11298381" y="3794125"/>
          <a:ext cx="2017568" cy="12105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count()</a:t>
          </a:r>
          <a:endParaRPr lang="ru-RU" sz="1800" kern="1200" dirty="0"/>
        </a:p>
      </dsp:txBody>
      <dsp:txXfrm>
        <a:off x="11333837" y="3829581"/>
        <a:ext cx="1946656" cy="1139628"/>
      </dsp:txXfrm>
    </dsp:sp>
    <dsp:sp modelId="{875873B6-FACC-4877-8350-057DFBA19553}">
      <dsp:nvSpPr>
        <dsp:cNvPr id="0" name=""/>
        <dsp:cNvSpPr/>
      </dsp:nvSpPr>
      <dsp:spPr>
        <a:xfrm>
          <a:off x="13517706" y="4149217"/>
          <a:ext cx="427724" cy="5003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>
        <a:off x="13517706" y="4249288"/>
        <a:ext cx="299407" cy="300214"/>
      </dsp:txXfrm>
    </dsp:sp>
    <dsp:sp modelId="{860C6F3C-CEE8-45A9-9A6B-323EA25CAFFD}">
      <dsp:nvSpPr>
        <dsp:cNvPr id="0" name=""/>
        <dsp:cNvSpPr/>
      </dsp:nvSpPr>
      <dsp:spPr>
        <a:xfrm>
          <a:off x="14122976" y="3794125"/>
          <a:ext cx="2017568" cy="12105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Приёмник: </a:t>
          </a:r>
          <a:r>
            <a:rPr lang="en-US" sz="1800" kern="1200" dirty="0" err="1"/>
            <a:t>user_activity_topic</a:t>
          </a:r>
          <a:endParaRPr lang="ru-RU" sz="1800" kern="1200" dirty="0"/>
        </a:p>
      </dsp:txBody>
      <dsp:txXfrm>
        <a:off x="14158432" y="3829581"/>
        <a:ext cx="1946656" cy="11396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9728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13282" rtl="0" eaLnBrk="1" latinLnBrk="0" hangingPunct="1">
      <a:defRPr sz="1461" kern="1200">
        <a:solidFill>
          <a:schemeClr val="tx1"/>
        </a:solidFill>
        <a:latin typeface="+mn-lt"/>
        <a:ea typeface="+mn-ea"/>
        <a:cs typeface="+mn-cs"/>
      </a:defRPr>
    </a:lvl1pPr>
    <a:lvl2pPr marL="556641" algn="l" defTabSz="1113282" rtl="0" eaLnBrk="1" latinLnBrk="0" hangingPunct="1">
      <a:defRPr sz="1461" kern="1200">
        <a:solidFill>
          <a:schemeClr val="tx1"/>
        </a:solidFill>
        <a:latin typeface="+mn-lt"/>
        <a:ea typeface="+mn-ea"/>
        <a:cs typeface="+mn-cs"/>
      </a:defRPr>
    </a:lvl2pPr>
    <a:lvl3pPr marL="1113282" algn="l" defTabSz="1113282" rtl="0" eaLnBrk="1" latinLnBrk="0" hangingPunct="1">
      <a:defRPr sz="1461" kern="1200">
        <a:solidFill>
          <a:schemeClr val="tx1"/>
        </a:solidFill>
        <a:latin typeface="+mn-lt"/>
        <a:ea typeface="+mn-ea"/>
        <a:cs typeface="+mn-cs"/>
      </a:defRPr>
    </a:lvl3pPr>
    <a:lvl4pPr marL="1669923" algn="l" defTabSz="1113282" rtl="0" eaLnBrk="1" latinLnBrk="0" hangingPunct="1">
      <a:defRPr sz="1461" kern="1200">
        <a:solidFill>
          <a:schemeClr val="tx1"/>
        </a:solidFill>
        <a:latin typeface="+mn-lt"/>
        <a:ea typeface="+mn-ea"/>
        <a:cs typeface="+mn-cs"/>
      </a:defRPr>
    </a:lvl4pPr>
    <a:lvl5pPr marL="2226564" algn="l" defTabSz="1113282" rtl="0" eaLnBrk="1" latinLnBrk="0" hangingPunct="1">
      <a:defRPr sz="1461" kern="1200">
        <a:solidFill>
          <a:schemeClr val="tx1"/>
        </a:solidFill>
        <a:latin typeface="+mn-lt"/>
        <a:ea typeface="+mn-ea"/>
        <a:cs typeface="+mn-cs"/>
      </a:defRPr>
    </a:lvl5pPr>
    <a:lvl6pPr marL="2783205" algn="l" defTabSz="1113282" rtl="0" eaLnBrk="1" latinLnBrk="0" hangingPunct="1">
      <a:defRPr sz="1461" kern="1200">
        <a:solidFill>
          <a:schemeClr val="tx1"/>
        </a:solidFill>
        <a:latin typeface="+mn-lt"/>
        <a:ea typeface="+mn-ea"/>
        <a:cs typeface="+mn-cs"/>
      </a:defRPr>
    </a:lvl6pPr>
    <a:lvl7pPr marL="3339846" algn="l" defTabSz="1113282" rtl="0" eaLnBrk="1" latinLnBrk="0" hangingPunct="1">
      <a:defRPr sz="1461" kern="1200">
        <a:solidFill>
          <a:schemeClr val="tx1"/>
        </a:solidFill>
        <a:latin typeface="+mn-lt"/>
        <a:ea typeface="+mn-ea"/>
        <a:cs typeface="+mn-cs"/>
      </a:defRPr>
    </a:lvl7pPr>
    <a:lvl8pPr marL="3896487" algn="l" defTabSz="1113282" rtl="0" eaLnBrk="1" latinLnBrk="0" hangingPunct="1">
      <a:defRPr sz="1461" kern="1200">
        <a:solidFill>
          <a:schemeClr val="tx1"/>
        </a:solidFill>
        <a:latin typeface="+mn-lt"/>
        <a:ea typeface="+mn-ea"/>
        <a:cs typeface="+mn-cs"/>
      </a:defRPr>
    </a:lvl8pPr>
    <a:lvl9pPr marL="4453128" algn="l" defTabSz="1113282" rtl="0" eaLnBrk="1" latinLnBrk="0" hangingPunct="1">
      <a:defRPr sz="146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71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277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448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336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9070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82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5628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Акцент: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Kafka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— это не просто очередь, а распределённый журнал событий. Важно подчеркнуть разницу: сообщения хранятся, их можно перечитывать, они упорядочены внутри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партиций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Пример: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Сравнить с Telegram (сообщения исчезают после прочтения)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vs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.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Email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(все письма сохраняются).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Цифры: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2 ТБ/сек — это пример масштабируемости, но на старте это не важно. Главное — понять архитектурные преимущества.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9881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2754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Акцент: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Kafka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решает проблемы, а не “внедряется потому что модно”. Каждый сценарий — это ответ на конкретную боль.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Пример для EDA: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“Раньше сервис A ждал ответа от сервиса B. Теперь A кладёт событие в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Kafka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и забывает о нём. B обработает, когда сможет”.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Важно: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Разделять Event-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Driven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и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Messaging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(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Kafka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— для событий,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RabbitMQ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— для задач).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0222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6293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219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1082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504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428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6318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4801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759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0351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1045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3734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988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4402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7022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1805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3250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5604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8368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9401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2296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05128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2396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7938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102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98540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78461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53573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3213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7160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19555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87553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50385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50451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88913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44748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1533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31513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76764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65500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26145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3981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Признаки необходимости </a:t>
            </a:r>
            <a:r>
              <a:rPr lang="ru-RU" b="1" i="0" dirty="0" err="1">
                <a:solidFill>
                  <a:srgbClr val="F9FAFB"/>
                </a:solidFill>
                <a:effectLst/>
                <a:latin typeface="quote-cjk-patch"/>
              </a:rPr>
              <a:t>Kafka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Есть события (заказ создан, платёж прошёл).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Нужна асинхронность.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Есть пики нагрузки.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Данные нельзя терять.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Система должна масштабироваться без переделок.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3236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Акцент: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Kafka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— не для всех. Если у вас 2 сервиса и низкая нагрузка — используйте REST/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gRPC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73291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7546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64566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49877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Топик и </a:t>
            </a:r>
            <a:r>
              <a:rPr lang="ru-RU" b="1" i="0" dirty="0" err="1">
                <a:solidFill>
                  <a:srgbClr val="F9FAFB"/>
                </a:solidFill>
                <a:effectLst/>
                <a:latin typeface="quote-cjk-patch"/>
              </a:rPr>
              <a:t>партиция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Топик — это журнал,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партиция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— его глава. Можно читать разные главы параллельно.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Брокер: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Один сервер в кластере. Минимум 3 брокера для отказоустойчивости.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Consumer Group: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Группа потребителей — это “команда”, которая делит между собой чтение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партиций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. Одна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партиция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— один потребитель в группе.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F9FAFB"/>
                </a:solidFill>
                <a:effectLst/>
                <a:latin typeface="quote-cjk-patch"/>
              </a:rPr>
              <a:t>Offset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Это “закладка” каждого потребителя. Важно: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offset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хранится не в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Kafka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, а в отдельном топике __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consumer_offsets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7441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92262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98321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27352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47901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92665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69593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97955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67200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30194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1749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03272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4190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64777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26075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09758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9312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45368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75274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7102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4769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40851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3299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209253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736792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3091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026362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531625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323822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534996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991778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569807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11679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56404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898365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263212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183113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213479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Акцент: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Producer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решает, в какую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партицию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писать (по ключу или рандомно). Consumer решает, что и когда читать.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Гарантии доставки: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Объяснить на примерах: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acks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=0 — “отправил и забыл” (риск потерь).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acks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=1 — “лидер получил” (баланс).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acks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=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all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— “все реплики получили” (макс. надёжность).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Consumer </a:t>
            </a:r>
            <a:r>
              <a:rPr lang="ru-RU" b="1" i="0" dirty="0" err="1">
                <a:solidFill>
                  <a:srgbClr val="F9FAFB"/>
                </a:solidFill>
                <a:effectLst/>
                <a:latin typeface="quote-cjk-patch"/>
              </a:rPr>
              <a:t>Lag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Самый важный метрик! Если отставание растёт — потребители не успевают.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89374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846824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0517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98813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72160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320842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943732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433119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425830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882617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6905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865808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806676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313150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73382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554042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Акцент: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Репликация — это не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backup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, а механизм отказоустойчивости.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ISR: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Только “живые” реплики могут стать лидерами. Если реплика отстала — она вылетает из ISR.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Пример: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“Представьте, что лидер — это капитан команды. Если он упал, его заменяет тот, кто был в игре и не отставал”.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040364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2127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597883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051576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983278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Connect: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Это “мост” между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Kafka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и внешним миром (БД, S3,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Elasticsearch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). Не путать с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Producer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/Consumer API.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F9FAFB"/>
                </a:solidFill>
                <a:effectLst/>
                <a:latin typeface="quote-cjk-patch"/>
              </a:rPr>
              <a:t>Streams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Это библиотека, а не отдельный сервис. Позволяет обрабатывать данные “на лету” (агрегации,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joins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, окна).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Пример для </a:t>
            </a:r>
            <a:r>
              <a:rPr lang="ru-RU" b="1" i="0" dirty="0" err="1">
                <a:solidFill>
                  <a:srgbClr val="F9FAFB"/>
                </a:solidFill>
                <a:effectLst/>
                <a:latin typeface="quote-cjk-patch"/>
              </a:rPr>
              <a:t>Streams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“Подсчёт количества лайков за последние 5 минут в реальном времени”.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767209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965599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17002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59487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452897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166959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Акцент: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Без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Schema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Registry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можно быстро получить “хаос данных”. Схемы — это контракты между продюсерами и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консьюмерами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Совместимость: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Backward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— “старые потребители читают новые данные”.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Forward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— “новые потребители читают старые данные”.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62504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38513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8164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Ключевые метрики: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Consumer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Lag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(главный!).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Under-replicated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partitions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(проблемы с репликацией).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Disk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usage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(не дать кластеру заполниться).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Инструменты: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Prometheus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+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Grafana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— стандарт. Обязательно настроить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алерты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на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lag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F9FAFB"/>
                </a:solidFill>
                <a:effectLst/>
                <a:latin typeface="quote-cjk-patch"/>
              </a:rPr>
              <a:t>Антипаттерны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Слишком много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партиций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(&gt;1000 на брокер).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Сообщения &gt;1 МБ.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Игнорирование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ребалансировок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78295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563312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546246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309600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768623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779112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97914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66140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806402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625646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57749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906882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7946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756559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19037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050358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435692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15810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093167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04733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086302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223066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089659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89773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749875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479387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262833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119556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532480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8367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750688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804194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321919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468540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195980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809988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372184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4865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64925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002275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63473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75634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198637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719252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657187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146675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50450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75067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45604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05803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42034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73956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C7D2F-73C6-4478-AEB9-48887CDFEFD1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F8CF9-45BC-4AD8-B049-E414CB2C4C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0266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:wipe dir="d"/>
      </p:transition>
    </mc:Choice>
    <mc:Fallback xmlns="">
      <p:transition spd="slow" advTm="4000">
        <p:wipe dir="d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26157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83130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4398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93064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9666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765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5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2.xml"/></Relationships>
</file>

<file path=ppt/slides/_rels/slide1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5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2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1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2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2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12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12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12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1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12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12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12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12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1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12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12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12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12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12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12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12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12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12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12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12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12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12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12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12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12.xml"/></Relationships>
</file>

<file path=ppt/slides/_rels/slide1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5" name="Заголовок 4"/>
          <p:cNvSpPr txBox="1">
            <a:spLocks/>
          </p:cNvSpPr>
          <p:nvPr/>
        </p:nvSpPr>
        <p:spPr>
          <a:xfrm>
            <a:off x="-183364" y="4509586"/>
            <a:ext cx="9215899" cy="1029701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ru-RU" sz="4200" b="1" dirty="0">
                <a:solidFill>
                  <a:schemeClr val="bg1"/>
                </a:solidFill>
                <a:latin typeface="Montserrat SemiBold" pitchFamily="2" charset="-52"/>
                <a:ea typeface="Open Sans" pitchFamily="2" charset="0"/>
                <a:cs typeface="Open Sans" pitchFamily="2" charset="0"/>
              </a:rPr>
              <a:t>Учебный центр</a:t>
            </a:r>
            <a:r>
              <a:rPr lang="en-US" sz="4200" b="1" dirty="0">
                <a:solidFill>
                  <a:schemeClr val="bg1"/>
                </a:solidFill>
                <a:latin typeface="Montserrat SemiBold" pitchFamily="2" charset="-52"/>
                <a:ea typeface="Open Sans" pitchFamily="2" charset="0"/>
                <a:cs typeface="Open Sans" pitchFamily="2" charset="0"/>
              </a:rPr>
              <a:t> </a:t>
            </a:r>
            <a:r>
              <a:rPr lang="ru-RU" sz="4200" b="1" dirty="0">
                <a:solidFill>
                  <a:schemeClr val="bg1"/>
                </a:solidFill>
                <a:latin typeface="Montserrat SemiBold" pitchFamily="2" charset="-52"/>
                <a:ea typeface="Open Sans" pitchFamily="2" charset="0"/>
                <a:cs typeface="Open Sans" pitchFamily="2" charset="0"/>
              </a:rPr>
              <a:t>АйТи Клауд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91" y="309361"/>
            <a:ext cx="1187739" cy="1445084"/>
          </a:xfrm>
          <a:prstGeom prst="rect">
            <a:avLst/>
          </a:prstGeom>
        </p:spPr>
      </p:pic>
      <p:sp>
        <p:nvSpPr>
          <p:cNvPr id="7" name="Заголовок 4"/>
          <p:cNvSpPr txBox="1">
            <a:spLocks/>
          </p:cNvSpPr>
          <p:nvPr/>
        </p:nvSpPr>
        <p:spPr>
          <a:xfrm>
            <a:off x="467491" y="5301468"/>
            <a:ext cx="7550331" cy="696365"/>
          </a:xfrm>
          <a:prstGeom prst="rect">
            <a:avLst/>
          </a:prstGeom>
        </p:spPr>
        <p:txBody>
          <a:bodyPr vert="horz" lIns="108496" tIns="54248" rIns="108496" bIns="5424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chemeClr val="bg1"/>
                </a:solidFill>
                <a:latin typeface="Montserrat Medium" pitchFamily="2" charset="-52"/>
                <a:ea typeface="Open Sans" pitchFamily="2" charset="0"/>
                <a:cs typeface="Calibri" panose="020F0502020204030204" pitchFamily="34" charset="0"/>
              </a:rPr>
              <a:t>СОВРЕМЕННЫЕ ТЕХНОЛОГИИ</a:t>
            </a:r>
            <a:r>
              <a:rPr lang="en-US" sz="2000" dirty="0">
                <a:solidFill>
                  <a:schemeClr val="bg1"/>
                </a:solidFill>
                <a:latin typeface="Montserrat Medium" pitchFamily="2" charset="-52"/>
                <a:ea typeface="Open Sans" pitchFamily="2" charset="0"/>
                <a:cs typeface="Calibri" panose="020F0502020204030204" pitchFamily="34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Montserrat Medium" pitchFamily="2" charset="-52"/>
                <a:ea typeface="Open Sans" pitchFamily="2" charset="0"/>
                <a:cs typeface="Calibri" panose="020F0502020204030204" pitchFamily="34" charset="0"/>
              </a:rPr>
              <a:t>ПРОСТЫМ ЯЗЫКОМ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0" y="5301468"/>
            <a:ext cx="9261566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4"/>
          <p:cNvSpPr txBox="1">
            <a:spLocks/>
          </p:cNvSpPr>
          <p:nvPr/>
        </p:nvSpPr>
        <p:spPr>
          <a:xfrm>
            <a:off x="587826" y="9012948"/>
            <a:ext cx="2873831" cy="696365"/>
          </a:xfrm>
          <a:prstGeom prst="rect">
            <a:avLst/>
          </a:prstGeom>
        </p:spPr>
        <p:txBody>
          <a:bodyPr vert="horz" lIns="108496" tIns="54248" rIns="108496" bIns="5424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400" dirty="0">
                <a:solidFill>
                  <a:schemeClr val="bg1"/>
                </a:solidFill>
                <a:latin typeface="Montserrat Regular" pitchFamily="2" charset="-52"/>
                <a:ea typeface="Open Sans" pitchFamily="2" charset="0"/>
                <a:cs typeface="Open Sans" pitchFamily="2" charset="0"/>
              </a:rPr>
              <a:t>Преподаватель</a:t>
            </a:r>
            <a:r>
              <a:rPr lang="ru-RU" sz="3200" dirty="0">
                <a:solidFill>
                  <a:schemeClr val="bg1"/>
                </a:solidFill>
                <a:latin typeface="+mn-lt"/>
                <a:ea typeface="Open Sans" pitchFamily="2" charset="0"/>
                <a:cs typeface="Open Sans" pitchFamily="2" charset="0"/>
              </a:rPr>
              <a:t> </a:t>
            </a:r>
            <a:r>
              <a:rPr lang="ru-RU" sz="3200" u="sng" dirty="0">
                <a:solidFill>
                  <a:schemeClr val="bg1"/>
                </a:solidFill>
                <a:latin typeface="+mn-lt"/>
                <a:ea typeface="Open Sans" pitchFamily="2" charset="0"/>
                <a:cs typeface="Open Sans" pitchFamily="2" charset="0"/>
              </a:rPr>
              <a:t> </a:t>
            </a:r>
            <a:r>
              <a:rPr lang="ru-RU" sz="2400" u="sng" dirty="0">
                <a:solidFill>
                  <a:schemeClr val="bg1"/>
                </a:solidFill>
                <a:latin typeface="+mn-lt"/>
                <a:ea typeface="Open Sans" pitchFamily="2" charset="0"/>
                <a:cs typeface="Open Sans" pitchFamily="2" charset="0"/>
              </a:rPr>
              <a:t>     </a:t>
            </a:r>
            <a:r>
              <a:rPr lang="ru-RU" sz="2400" dirty="0">
                <a:solidFill>
                  <a:schemeClr val="bg1"/>
                </a:solidFill>
                <a:latin typeface="+mn-lt"/>
                <a:ea typeface="Open Sans" pitchFamily="2" charset="0"/>
                <a:cs typeface="Open Sans" pitchFamily="2" charset="0"/>
              </a:rPr>
              <a:t>   </a:t>
            </a: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3461657" y="9526009"/>
            <a:ext cx="257338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3160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Группа 17"/>
          <p:cNvGrpSpPr/>
          <p:nvPr/>
        </p:nvGrpSpPr>
        <p:grpSpPr>
          <a:xfrm>
            <a:off x="6792" y="4162022"/>
            <a:ext cx="18281207" cy="6124978"/>
            <a:chOff x="1910953" y="4162022"/>
            <a:chExt cx="14466094" cy="6124978"/>
          </a:xfrm>
        </p:grpSpPr>
        <p:pic>
          <p:nvPicPr>
            <p:cNvPr id="3" name="Image 1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910953" y="8127679"/>
              <a:ext cx="14466094" cy="120551"/>
            </a:xfrm>
            <a:prstGeom prst="rect">
              <a:avLst/>
            </a:prstGeom>
          </p:spPr>
        </p:pic>
        <p:pic>
          <p:nvPicPr>
            <p:cNvPr id="4" name="Image 2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1910954" y="8281281"/>
              <a:ext cx="4209231" cy="120551"/>
            </a:xfrm>
            <a:prstGeom prst="rect">
              <a:avLst/>
            </a:prstGeom>
          </p:spPr>
        </p:pic>
        <p:pic>
          <p:nvPicPr>
            <p:cNvPr id="5" name="Image 3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2875359" y="4162022"/>
              <a:ext cx="120551" cy="6124978"/>
            </a:xfrm>
            <a:prstGeom prst="rect">
              <a:avLst/>
            </a:prstGeom>
          </p:spPr>
        </p:pic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3050618" y="5517585"/>
              <a:ext cx="120551" cy="4769415"/>
            </a:xfrm>
            <a:prstGeom prst="rect">
              <a:avLst/>
            </a:prstGeom>
          </p:spPr>
        </p:pic>
      </p:grpSp>
      <p:grpSp>
        <p:nvGrpSpPr>
          <p:cNvPr id="22" name="Группа 21"/>
          <p:cNvGrpSpPr/>
          <p:nvPr/>
        </p:nvGrpSpPr>
        <p:grpSpPr>
          <a:xfrm>
            <a:off x="11115229" y="15749"/>
            <a:ext cx="7172771" cy="2098254"/>
            <a:chOff x="9204276" y="0"/>
            <a:chExt cx="7172771" cy="2098254"/>
          </a:xfrm>
        </p:grpSpPr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15273460" y="0"/>
              <a:ext cx="120551" cy="2098254"/>
            </a:xfrm>
            <a:prstGeom prst="rect">
              <a:avLst/>
            </a:prstGeom>
          </p:spPr>
        </p:pic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15086784" y="0"/>
              <a:ext cx="120551" cy="1513131"/>
            </a:xfrm>
            <a:prstGeom prst="rect">
              <a:avLst/>
            </a:prstGeom>
          </p:spPr>
        </p:pic>
        <p:pic>
          <p:nvPicPr>
            <p:cNvPr id="11" name="Image 9" descr="preencoded.png"/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9204276" y="828648"/>
              <a:ext cx="7172771" cy="120551"/>
            </a:xfrm>
            <a:prstGeom prst="rect">
              <a:avLst/>
            </a:prstGeom>
          </p:spPr>
        </p:pic>
      </p:grpSp>
      <p:grpSp>
        <p:nvGrpSpPr>
          <p:cNvPr id="21" name="Группа 20"/>
          <p:cNvGrpSpPr/>
          <p:nvPr/>
        </p:nvGrpSpPr>
        <p:grpSpPr>
          <a:xfrm>
            <a:off x="12422777" y="2237711"/>
            <a:ext cx="5865223" cy="7727757"/>
            <a:chOff x="10691068" y="2320604"/>
            <a:chExt cx="5685979" cy="7269270"/>
          </a:xfrm>
        </p:grpSpPr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13021716" y="2320604"/>
              <a:ext cx="3355331" cy="5637214"/>
            </a:xfrm>
            <a:prstGeom prst="rect">
              <a:avLst/>
            </a:prstGeom>
          </p:spPr>
        </p:pic>
        <p:pic>
          <p:nvPicPr>
            <p:cNvPr id="10" name="Image 8" descr="preencoded.png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10691068" y="7263185"/>
              <a:ext cx="2218173" cy="2218178"/>
            </a:xfrm>
            <a:prstGeom prst="rect">
              <a:avLst/>
            </a:prstGeom>
          </p:spPr>
        </p:pic>
        <p:pic>
          <p:nvPicPr>
            <p:cNvPr id="12" name="Image 10" descr="preencoded.png"/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11313914" y="4898225"/>
              <a:ext cx="4646344" cy="4691649"/>
            </a:xfrm>
            <a:prstGeom prst="rect">
              <a:avLst/>
            </a:prstGeom>
          </p:spPr>
        </p:pic>
      </p:grpSp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-13278" y="1886690"/>
            <a:ext cx="10293747" cy="1378827"/>
          </a:xfrm>
          <a:prstGeom prst="rect">
            <a:avLst/>
          </a:prstGeom>
        </p:spPr>
      </p:pic>
      <p:grpSp>
        <p:nvGrpSpPr>
          <p:cNvPr id="14" name="Группа 13"/>
          <p:cNvGrpSpPr/>
          <p:nvPr/>
        </p:nvGrpSpPr>
        <p:grpSpPr>
          <a:xfrm>
            <a:off x="1774811" y="8517828"/>
            <a:ext cx="8052633" cy="637657"/>
            <a:chOff x="1774811" y="8535245"/>
            <a:chExt cx="8052633" cy="637657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16"/>
            <a:srcRect/>
            <a:stretch/>
          </p:blipFill>
          <p:spPr>
            <a:xfrm>
              <a:off x="1774811" y="8535245"/>
              <a:ext cx="8052633" cy="637657"/>
            </a:xfrm>
            <a:prstGeom prst="rect">
              <a:avLst/>
            </a:prstGeom>
          </p:spPr>
        </p:pic>
        <p:sp>
          <p:nvSpPr>
            <p:cNvPr id="15" name="Text 0"/>
            <p:cNvSpPr/>
            <p:nvPr/>
          </p:nvSpPr>
          <p:spPr>
            <a:xfrm>
              <a:off x="2071443" y="8724575"/>
              <a:ext cx="7718919" cy="323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898"/>
                </a:lnSpc>
              </a:pPr>
              <a:r>
                <a:rPr lang="en-US" sz="2400" dirty="0">
                  <a:solidFill>
                    <a:schemeClr val="bg2">
                      <a:lumMod val="10000"/>
                    </a:schemeClr>
                  </a:solidFill>
                  <a:latin typeface="Montserrat Medium" pitchFamily="2" charset="-52"/>
                  <a:ea typeface="Montserrat Regular" pitchFamily="34" charset="-122"/>
                  <a:cs typeface="Montserrat Regular" pitchFamily="34" charset="-120"/>
                </a:rPr>
                <a:t>современные технологии простым языком</a:t>
              </a:r>
              <a:endParaRPr lang="en-US" sz="2400" dirty="0">
                <a:solidFill>
                  <a:schemeClr val="bg2">
                    <a:lumMod val="10000"/>
                  </a:schemeClr>
                </a:solidFill>
                <a:latin typeface="Montserrat Medium" pitchFamily="2" charset="-52"/>
              </a:endParaRPr>
            </a:p>
          </p:txBody>
        </p:sp>
      </p:grpSp>
      <p:sp>
        <p:nvSpPr>
          <p:cNvPr id="16" name="Text 1"/>
          <p:cNvSpPr/>
          <p:nvPr/>
        </p:nvSpPr>
        <p:spPr>
          <a:xfrm>
            <a:off x="594355" y="2123848"/>
            <a:ext cx="10552067" cy="1059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876"/>
              </a:lnSpc>
            </a:pPr>
            <a:r>
              <a:rPr lang="en-US" sz="4200" dirty="0">
                <a:solidFill>
                  <a:srgbClr val="09135A"/>
                </a:solidFill>
                <a:latin typeface="Montserrat SemiBold" pitchFamily="2" charset="-52"/>
                <a:ea typeface="Montserrat Medium" pitchFamily="34" charset="-122"/>
                <a:cs typeface="Montserrat Medium" pitchFamily="34" charset="-120"/>
              </a:rPr>
              <a:t>Учебный центр АйТи Клауд</a:t>
            </a:r>
            <a:endParaRPr lang="en-US" sz="4200" dirty="0">
              <a:latin typeface="Montserrat SemiBold" pitchFamily="2" charset="-52"/>
            </a:endParaRPr>
          </a:p>
        </p:txBody>
      </p:sp>
      <p:sp>
        <p:nvSpPr>
          <p:cNvPr id="17" name="Text 2"/>
          <p:cNvSpPr/>
          <p:nvPr/>
        </p:nvSpPr>
        <p:spPr>
          <a:xfrm>
            <a:off x="1668497" y="7186912"/>
            <a:ext cx="12172194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Основы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Apache Kafka</a:t>
            </a:r>
            <a:endParaRPr lang="en-US" sz="2600" dirty="0">
              <a:latin typeface="Montserrat Medium" pitchFamily="2" charset="-5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Содержание курса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Модуль 1. Основы Apache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1.1. Введение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1.2. Архитектура Apache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1.3. Установка и настройка:</a:t>
            </a:r>
          </a:p>
        </p:txBody>
      </p:sp>
    </p:spTree>
    <p:extLst>
      <p:ext uri="{BB962C8B-B14F-4D97-AF65-F5344CB8AC3E}">
        <p14:creationId xmlns:p14="http://schemas.microsoft.com/office/powerpoint/2010/main" val="1477581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Содержание курса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Модуль 2. Работа с данными в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2.1. Основные API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2.2. Практическая работа с топиками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2.3. Продюсеры и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консумеры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74106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Содержание курса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Модуль 3. Продвинутые возможности и использование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3.1. Потоковая обработка данных с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Streams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3.2. Интеграция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с другими системами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3.3. Администрирование и мониторинг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45147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Содержание курса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Модуль 4.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latin typeface="Montserrat Medium" pitchFamily="2" charset="-52"/>
              </a:rPr>
              <a:t>•	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Источники и приемники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•	Потоки и таблицы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•	Преобразования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•	Непрерывные запросы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•	Окна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•	Агрегирование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•	Транзакции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•	Развертывание кластера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895266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Содержание курса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Модуль 5: AI и Machine Learning с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5.1. Роль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 мире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AI (Real-time vs Batch)</a:t>
            </a:r>
          </a:p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5.2. Real-time Inference: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Как модели работают в потоке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5.3.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RAG-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архитектура и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LLM (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ChatGPT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 ваши данные)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5.4.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ML: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Предсказания на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SQL</a:t>
            </a:r>
          </a:p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5.5. Python-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экосистема для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Data Scientist</a:t>
            </a:r>
          </a:p>
        </p:txBody>
      </p:sp>
    </p:spTree>
    <p:extLst>
      <p:ext uri="{BB962C8B-B14F-4D97-AF65-F5344CB8AC3E}">
        <p14:creationId xmlns:p14="http://schemas.microsoft.com/office/powerpoint/2010/main" val="122643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Содержание курса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Модуль 5: AI и Machine Learning с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5.1. Роль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 мире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AI (Real-time vs Batch)</a:t>
            </a:r>
          </a:p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5.2. Real-time Inference: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Как модели работают в потоке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5.3.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RAG-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архитектура и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LLM (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ChatGPT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 ваши данные)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5.4.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ML: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Предсказания на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SQL</a:t>
            </a:r>
          </a:p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5.5. Python-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экосистема для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Data Scientist</a:t>
            </a:r>
          </a:p>
        </p:txBody>
      </p:sp>
    </p:spTree>
    <p:extLst>
      <p:ext uri="{BB962C8B-B14F-4D97-AF65-F5344CB8AC3E}">
        <p14:creationId xmlns:p14="http://schemas.microsoft.com/office/powerpoint/2010/main" val="548319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Модуль 1. Основы Apache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56762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Что такое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Apache Kafka?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668497" y="2784764"/>
            <a:ext cx="9941612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Распределенная платформа для потоковой обработки данных в реальном времени. Разработана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LinkedIn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в 2011,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open-source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под Apache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License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.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— это не просто брокер сообщений, а высокопроизводительная система для обработки миллионов событий/сек (до 2 ТБ/сек в кластерах).</a:t>
            </a:r>
          </a:p>
        </p:txBody>
      </p:sp>
      <p:pic>
        <p:nvPicPr>
          <p:cNvPr id="2050" name="Picture 2" descr="Understanding Apache Kafka: The Backbone of Modern Data Streaming">
            <a:extLst>
              <a:ext uri="{FF2B5EF4-FFF2-40B4-BE49-F238E27FC236}">
                <a16:creationId xmlns:a16="http://schemas.microsoft.com/office/drawing/2014/main" id="{C1096599-05E8-4238-AD4C-AB72DD429F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5315" y="2784764"/>
            <a:ext cx="6041777" cy="2336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1955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3466618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3664922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— это распределённый журнал событий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distributed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commit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log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).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Она позволяет: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одному или многим источникам </a:t>
            </a: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публиковать события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,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одному или многим потребителям </a:t>
            </a: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читать эти события независимо друг от друга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,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хранить события </a:t>
            </a: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надёжно и упорядоченно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,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обрабатывать данные в </a:t>
            </a: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реальном времени или с задержкой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1047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Основные сценарии использования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используется для решения следующих задач: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9135A"/>
                </a:solidFill>
                <a:latin typeface="Montserrat Medium" pitchFamily="2" charset="-52"/>
              </a:rPr>
              <a:t>Event-Driven Architecture (EDA)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9135A"/>
                </a:solidFill>
                <a:latin typeface="Montserrat Medium" pitchFamily="2" charset="-52"/>
              </a:rPr>
              <a:t>Асинхронная обработка и разгрузка пиков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9135A"/>
                </a:solidFill>
                <a:latin typeface="Montserrat Medium" pitchFamily="2" charset="-52"/>
              </a:rPr>
              <a:t>Интеграция </a:t>
            </a:r>
            <a:r>
              <a:rPr lang="ru-RU" sz="2000" dirty="0" err="1">
                <a:solidFill>
                  <a:srgbClr val="09135A"/>
                </a:solidFill>
                <a:latin typeface="Montserrat Medium" pitchFamily="2" charset="-52"/>
              </a:rPr>
              <a:t>микросервисов</a:t>
            </a:r>
            <a:r>
              <a:rPr lang="ru-RU" sz="2000" dirty="0">
                <a:solidFill>
                  <a:srgbClr val="09135A"/>
                </a:solidFill>
                <a:latin typeface="Montserrat Medium" pitchFamily="2" charset="-52"/>
              </a:rPr>
              <a:t> и </a:t>
            </a:r>
            <a:r>
              <a:rPr lang="en-US" sz="2000" dirty="0">
                <a:solidFill>
                  <a:srgbClr val="09135A"/>
                </a:solidFill>
                <a:latin typeface="Montserrat Medium" pitchFamily="2" charset="-52"/>
              </a:rPr>
              <a:t>legacy-</a:t>
            </a:r>
            <a:r>
              <a:rPr lang="ru-RU" sz="2000" dirty="0">
                <a:solidFill>
                  <a:srgbClr val="09135A"/>
                </a:solidFill>
                <a:latin typeface="Montserrat Medium" pitchFamily="2" charset="-52"/>
              </a:rPr>
              <a:t>систем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9135A"/>
                </a:solidFill>
                <a:latin typeface="Montserrat Medium" pitchFamily="2" charset="-52"/>
              </a:rPr>
              <a:t>Change Data Capture (CDC)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9135A"/>
                </a:solidFill>
                <a:latin typeface="Montserrat Medium" pitchFamily="2" charset="-52"/>
              </a:rPr>
              <a:t>Потоковая аналитика (</a:t>
            </a:r>
            <a:r>
              <a:rPr lang="en-US" sz="2000" dirty="0">
                <a:solidFill>
                  <a:srgbClr val="09135A"/>
                </a:solidFill>
                <a:latin typeface="Montserrat Medium" pitchFamily="2" charset="-52"/>
              </a:rPr>
              <a:t>Stream Processing)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9135A"/>
                </a:solidFill>
                <a:latin typeface="Montserrat Medium" pitchFamily="2" charset="-52"/>
              </a:rPr>
              <a:t>Централизованный сбор логов и метрик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9135A"/>
                </a:solidFill>
                <a:latin typeface="Montserrat Medium" pitchFamily="2" charset="-52"/>
              </a:rPr>
              <a:t>Data Pipeline </a:t>
            </a:r>
            <a:r>
              <a:rPr lang="ru-RU" sz="2000" dirty="0">
                <a:solidFill>
                  <a:srgbClr val="09135A"/>
                </a:solidFill>
                <a:latin typeface="Montserrat Medium" pitchFamily="2" charset="-52"/>
              </a:rPr>
              <a:t>и </a:t>
            </a:r>
            <a:r>
              <a:rPr lang="en-US" sz="2000" dirty="0">
                <a:solidFill>
                  <a:srgbClr val="09135A"/>
                </a:solidFill>
                <a:latin typeface="Montserrat Medium" pitchFamily="2" charset="-52"/>
              </a:rPr>
              <a:t>Data Lake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9135A"/>
                </a:solidFill>
                <a:latin typeface="Montserrat Medium" pitchFamily="2" charset="-52"/>
              </a:rPr>
              <a:t>Event Sourcing (</a:t>
            </a:r>
            <a:r>
              <a:rPr lang="ru-RU" sz="2000" dirty="0">
                <a:solidFill>
                  <a:srgbClr val="09135A"/>
                </a:solidFill>
                <a:latin typeface="Montserrat Medium" pitchFamily="2" charset="-52"/>
              </a:rPr>
              <a:t>частично)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9135A"/>
                </a:solidFill>
                <a:latin typeface="Montserrat Medium" pitchFamily="2" charset="-52"/>
              </a:rPr>
              <a:t>Fan-out / Multicast </a:t>
            </a:r>
            <a:r>
              <a:rPr lang="ru-RU" sz="2000" dirty="0">
                <a:solidFill>
                  <a:srgbClr val="09135A"/>
                </a:solidFill>
                <a:latin typeface="Montserrat Medium" pitchFamily="2" charset="-52"/>
              </a:rPr>
              <a:t>событий</a:t>
            </a:r>
          </a:p>
        </p:txBody>
      </p:sp>
    </p:spTree>
    <p:extLst>
      <p:ext uri="{BB962C8B-B14F-4D97-AF65-F5344CB8AC3E}">
        <p14:creationId xmlns:p14="http://schemas.microsoft.com/office/powerpoint/2010/main" val="679463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800" dirty="0">
                <a:solidFill>
                  <a:srgbClr val="09135A"/>
                </a:solidFill>
                <a:latin typeface="Montserrat Medium" pitchFamily="2" charset="-52"/>
              </a:rPr>
              <a:t>Event-Driven Architecture (EDA)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Бизнес-проблема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При росте системы прямые синхронные вызовы между сервисами: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ухудшают отказоустойчивость,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усложняют масштабирование,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делают изменения дорогими.</a:t>
            </a:r>
          </a:p>
        </p:txBody>
      </p:sp>
    </p:spTree>
    <p:extLst>
      <p:ext uri="{BB962C8B-B14F-4D97-AF65-F5344CB8AC3E}">
        <p14:creationId xmlns:p14="http://schemas.microsoft.com/office/powerpoint/2010/main" val="3459645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800" dirty="0">
                <a:solidFill>
                  <a:srgbClr val="09135A"/>
                </a:solidFill>
                <a:latin typeface="Montserrat Medium" pitchFamily="2" charset="-52"/>
              </a:rPr>
              <a:t>Event-Driven Architecture (EDA)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Как используется </a:t>
            </a:r>
            <a:r>
              <a:rPr lang="ru-RU" sz="2600" b="1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ru-RU" sz="2600" b="1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выступает центральной шиной событий: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сервисы публикуют доменные события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OrderCreated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,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PaymentConfirmed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другие сервисы подписываются на нужные топики;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сервисы не знают друг о друге напрямую.</a:t>
            </a:r>
          </a:p>
        </p:txBody>
      </p:sp>
    </p:spTree>
    <p:extLst>
      <p:ext uri="{BB962C8B-B14F-4D97-AF65-F5344CB8AC3E}">
        <p14:creationId xmlns:p14="http://schemas.microsoft.com/office/powerpoint/2010/main" val="1745032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800" dirty="0">
                <a:solidFill>
                  <a:srgbClr val="09135A"/>
                </a:solidFill>
                <a:latin typeface="Montserrat Medium" pitchFamily="2" charset="-52"/>
              </a:rPr>
              <a:t>Event-Driven Architecture (EDA)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Результат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слабая связность;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высокая масштабируемость;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упрощение эволюции системы.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Типовые события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бизнес-события;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интеграционные события;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технические события.</a:t>
            </a:r>
          </a:p>
        </p:txBody>
      </p:sp>
    </p:spTree>
    <p:extLst>
      <p:ext uri="{BB962C8B-B14F-4D97-AF65-F5344CB8AC3E}">
        <p14:creationId xmlns:p14="http://schemas.microsoft.com/office/powerpoint/2010/main" val="1901347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800" dirty="0">
                <a:solidFill>
                  <a:srgbClr val="09135A"/>
                </a:solidFill>
                <a:latin typeface="Montserrat Medium" pitchFamily="2" charset="-52"/>
              </a:rPr>
              <a:t>Асинхронная обработка и разгрузка пиков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Бизнес-проблема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Синхронные процессы не выдерживают: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пиков нагрузки,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медленных внешних сервисов.</a:t>
            </a:r>
          </a:p>
        </p:txBody>
      </p:sp>
    </p:spTree>
    <p:extLst>
      <p:ext uri="{BB962C8B-B14F-4D97-AF65-F5344CB8AC3E}">
        <p14:creationId xmlns:p14="http://schemas.microsoft.com/office/powerpoint/2010/main" val="3694901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800" dirty="0">
                <a:solidFill>
                  <a:srgbClr val="09135A"/>
                </a:solidFill>
                <a:latin typeface="Montserrat Medium" pitchFamily="2" charset="-52"/>
              </a:rPr>
              <a:t>Асинхронная обработка и разгрузка пиков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Как используется </a:t>
            </a:r>
            <a:r>
              <a:rPr lang="ru-RU" sz="2600" b="1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ru-RU" sz="2600" b="1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продюсер быстро пишет сообщение;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потребители обрабатывают события асинхронно;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можно временно «накапливать» нагрузку.</a:t>
            </a:r>
          </a:p>
        </p:txBody>
      </p:sp>
    </p:spTree>
    <p:extLst>
      <p:ext uri="{BB962C8B-B14F-4D97-AF65-F5344CB8AC3E}">
        <p14:creationId xmlns:p14="http://schemas.microsoft.com/office/powerpoint/2010/main" val="990104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800" dirty="0">
                <a:solidFill>
                  <a:srgbClr val="09135A"/>
                </a:solidFill>
                <a:latin typeface="Montserrat Medium" pitchFamily="2" charset="-52"/>
              </a:rPr>
              <a:t>Асинхронная обработка и разгрузка пиков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Результат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система устойчиво переживает всплески;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нет каскадных отказов;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предсказуемая производительность.</a:t>
            </a:r>
          </a:p>
          <a:p>
            <a:pPr>
              <a:lnSpc>
                <a:spcPts val="5774"/>
              </a:lnSpc>
            </a:pP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Примеры: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отправка писем и уведомлений;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генерация документов;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тяжёлая бизнес-валидация.</a:t>
            </a:r>
          </a:p>
        </p:txBody>
      </p:sp>
    </p:spTree>
    <p:extLst>
      <p:ext uri="{BB962C8B-B14F-4D97-AF65-F5344CB8AC3E}">
        <p14:creationId xmlns:p14="http://schemas.microsoft.com/office/powerpoint/2010/main" val="3968074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800" dirty="0">
                <a:solidFill>
                  <a:srgbClr val="09135A"/>
                </a:solidFill>
                <a:latin typeface="Montserrat Medium" pitchFamily="2" charset="-52"/>
              </a:rPr>
              <a:t>Интеграция </a:t>
            </a:r>
            <a:r>
              <a:rPr lang="ru-RU" sz="2800" dirty="0" err="1">
                <a:solidFill>
                  <a:srgbClr val="09135A"/>
                </a:solidFill>
                <a:latin typeface="Montserrat Medium" pitchFamily="2" charset="-52"/>
              </a:rPr>
              <a:t>микросервисов</a:t>
            </a:r>
            <a:r>
              <a:rPr lang="ru-RU" sz="2800" dirty="0">
                <a:solidFill>
                  <a:srgbClr val="09135A"/>
                </a:solidFill>
                <a:latin typeface="Montserrat Medium" pitchFamily="2" charset="-52"/>
              </a:rPr>
              <a:t> и </a:t>
            </a:r>
            <a:r>
              <a:rPr lang="en-US" sz="2800" dirty="0">
                <a:solidFill>
                  <a:srgbClr val="09135A"/>
                </a:solidFill>
                <a:latin typeface="Montserrat Medium" pitchFamily="2" charset="-52"/>
              </a:rPr>
              <a:t>legacy-</a:t>
            </a:r>
            <a:r>
              <a:rPr lang="ru-RU" sz="2800" dirty="0">
                <a:solidFill>
                  <a:srgbClr val="09135A"/>
                </a:solidFill>
                <a:latin typeface="Montserrat Medium" pitchFamily="2" charset="-52"/>
              </a:rPr>
              <a:t>систем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Бизнес-проблема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Legacy-системы: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не масштабируются;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используют разные протоколы;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часто нестабильны.</a:t>
            </a:r>
          </a:p>
        </p:txBody>
      </p:sp>
    </p:spTree>
    <p:extLst>
      <p:ext uri="{BB962C8B-B14F-4D97-AF65-F5344CB8AC3E}">
        <p14:creationId xmlns:p14="http://schemas.microsoft.com/office/powerpoint/2010/main" val="16563366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800" dirty="0">
                <a:solidFill>
                  <a:srgbClr val="09135A"/>
                </a:solidFill>
                <a:latin typeface="Montserrat Medium" pitchFamily="2" charset="-52"/>
              </a:rPr>
              <a:t>Интеграция </a:t>
            </a:r>
            <a:r>
              <a:rPr lang="ru-RU" sz="2800" dirty="0" err="1">
                <a:solidFill>
                  <a:srgbClr val="09135A"/>
                </a:solidFill>
                <a:latin typeface="Montserrat Medium" pitchFamily="2" charset="-52"/>
              </a:rPr>
              <a:t>микросервисов</a:t>
            </a:r>
            <a:r>
              <a:rPr lang="ru-RU" sz="2800" dirty="0">
                <a:solidFill>
                  <a:srgbClr val="09135A"/>
                </a:solidFill>
                <a:latin typeface="Montserrat Medium" pitchFamily="2" charset="-52"/>
              </a:rPr>
              <a:t> и </a:t>
            </a:r>
            <a:r>
              <a:rPr lang="en-US" sz="2800" dirty="0">
                <a:solidFill>
                  <a:srgbClr val="09135A"/>
                </a:solidFill>
                <a:latin typeface="Montserrat Medium" pitchFamily="2" charset="-52"/>
              </a:rPr>
              <a:t>legacy-</a:t>
            </a:r>
            <a:r>
              <a:rPr lang="ru-RU" sz="2800" dirty="0">
                <a:solidFill>
                  <a:srgbClr val="09135A"/>
                </a:solidFill>
                <a:latin typeface="Montserrat Medium" pitchFamily="2" charset="-52"/>
              </a:rPr>
              <a:t>систем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Как используется </a:t>
            </a:r>
            <a:r>
              <a:rPr lang="ru-RU" sz="2600" b="1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ru-RU" sz="2600" b="1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— прослойка интеграции;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адаптеры пишут события в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микросервисы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читают их в своём темпе.</a:t>
            </a:r>
          </a:p>
        </p:txBody>
      </p:sp>
    </p:spTree>
    <p:extLst>
      <p:ext uri="{BB962C8B-B14F-4D97-AF65-F5344CB8AC3E}">
        <p14:creationId xmlns:p14="http://schemas.microsoft.com/office/powerpoint/2010/main" val="3746998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800" dirty="0">
                <a:solidFill>
                  <a:srgbClr val="09135A"/>
                </a:solidFill>
                <a:latin typeface="Montserrat Medium" pitchFamily="2" charset="-52"/>
              </a:rPr>
              <a:t>Интеграция </a:t>
            </a:r>
            <a:r>
              <a:rPr lang="ru-RU" sz="2800" dirty="0" err="1">
                <a:solidFill>
                  <a:srgbClr val="09135A"/>
                </a:solidFill>
                <a:latin typeface="Montserrat Medium" pitchFamily="2" charset="-52"/>
              </a:rPr>
              <a:t>микросервисов</a:t>
            </a:r>
            <a:r>
              <a:rPr lang="ru-RU" sz="2800" dirty="0">
                <a:solidFill>
                  <a:srgbClr val="09135A"/>
                </a:solidFill>
                <a:latin typeface="Montserrat Medium" pitchFamily="2" charset="-52"/>
              </a:rPr>
              <a:t> и </a:t>
            </a:r>
            <a:r>
              <a:rPr lang="en-US" sz="2800" dirty="0">
                <a:solidFill>
                  <a:srgbClr val="09135A"/>
                </a:solidFill>
                <a:latin typeface="Montserrat Medium" pitchFamily="2" charset="-52"/>
              </a:rPr>
              <a:t>legacy-</a:t>
            </a:r>
            <a:r>
              <a:rPr lang="ru-RU" sz="2800" dirty="0">
                <a:solidFill>
                  <a:srgbClr val="09135A"/>
                </a:solidFill>
                <a:latin typeface="Montserrat Medium" pitchFamily="2" charset="-52"/>
              </a:rPr>
              <a:t>систем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Результат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минимизация влияния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legacy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на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core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-системы;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унифицированный формат обмена;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контроль потока данных.</a:t>
            </a:r>
          </a:p>
        </p:txBody>
      </p:sp>
    </p:spTree>
    <p:extLst>
      <p:ext uri="{BB962C8B-B14F-4D97-AF65-F5344CB8AC3E}">
        <p14:creationId xmlns:p14="http://schemas.microsoft.com/office/powerpoint/2010/main" val="42792838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800" dirty="0">
                <a:solidFill>
                  <a:srgbClr val="09135A"/>
                </a:solidFill>
                <a:latin typeface="Montserrat Medium" pitchFamily="2" charset="-52"/>
              </a:rPr>
              <a:t>Change Data Capture (CDC)</a:t>
            </a:r>
            <a:endParaRPr lang="ru-RU" sz="28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Бизнес-проблема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Необходимо: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реагировать на изменения в БД в реальном времени;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избегать тяжёлых периодических выгрузок.</a:t>
            </a:r>
          </a:p>
        </p:txBody>
      </p:sp>
    </p:spTree>
    <p:extLst>
      <p:ext uri="{BB962C8B-B14F-4D97-AF65-F5344CB8AC3E}">
        <p14:creationId xmlns:p14="http://schemas.microsoft.com/office/powerpoint/2010/main" val="160345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800" dirty="0">
                <a:solidFill>
                  <a:srgbClr val="09135A"/>
                </a:solidFill>
                <a:latin typeface="Montserrat Medium" pitchFamily="2" charset="-52"/>
              </a:rPr>
              <a:t>Change Data Capture (CDC)</a:t>
            </a:r>
            <a:endParaRPr lang="ru-RU" sz="28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Как используется </a:t>
            </a:r>
            <a:r>
              <a:rPr lang="ru-RU" sz="2600" b="1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ru-RU" sz="2600" b="1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Debezium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*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читает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WAL /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binlog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БД;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изменения пишутся в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потребители реагируют на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INSERT / UPDATE / DELETE.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*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Debezium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— это не компонент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, а внешний CDC-инструмент, который чаще всего используется через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Connect и часто является частью экосистемы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93464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800" dirty="0">
                <a:solidFill>
                  <a:srgbClr val="09135A"/>
                </a:solidFill>
                <a:latin typeface="Montserrat Medium" pitchFamily="2" charset="-52"/>
              </a:rPr>
              <a:t>Change Data Capture (CDC)</a:t>
            </a:r>
            <a:endParaRPr lang="ru-RU" sz="28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Результат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near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real-time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синхронизация данных;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минимальная нагрузка на БД;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основа для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event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sourcing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и аналитики.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Примеры: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репликация данных;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синхронизация с DWH;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реактивные бизнес-процессы.</a:t>
            </a:r>
          </a:p>
        </p:txBody>
      </p:sp>
    </p:spTree>
    <p:extLst>
      <p:ext uri="{BB962C8B-B14F-4D97-AF65-F5344CB8AC3E}">
        <p14:creationId xmlns:p14="http://schemas.microsoft.com/office/powerpoint/2010/main" val="32673298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800" dirty="0">
                <a:solidFill>
                  <a:srgbClr val="09135A"/>
                </a:solidFill>
                <a:latin typeface="Montserrat Medium" pitchFamily="2" charset="-52"/>
              </a:rPr>
              <a:t>Потоковая аналитика (</a:t>
            </a:r>
            <a:r>
              <a:rPr lang="en-US" sz="2800" dirty="0">
                <a:solidFill>
                  <a:srgbClr val="09135A"/>
                </a:solidFill>
                <a:latin typeface="Montserrat Medium" pitchFamily="2" charset="-52"/>
              </a:rPr>
              <a:t>Stream Processing)</a:t>
            </a:r>
            <a:endParaRPr lang="ru-RU" sz="28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Бизнес-проблема</a:t>
            </a:r>
          </a:p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Batch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-аналитика: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слишком медленная;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не подходит для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real-time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решений.</a:t>
            </a:r>
          </a:p>
        </p:txBody>
      </p:sp>
    </p:spTree>
    <p:extLst>
      <p:ext uri="{BB962C8B-B14F-4D97-AF65-F5344CB8AC3E}">
        <p14:creationId xmlns:p14="http://schemas.microsoft.com/office/powerpoint/2010/main" val="21247840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800" dirty="0">
                <a:solidFill>
                  <a:srgbClr val="09135A"/>
                </a:solidFill>
                <a:latin typeface="Montserrat Medium" pitchFamily="2" charset="-52"/>
              </a:rPr>
              <a:t>Потоковая аналитика (</a:t>
            </a:r>
            <a:r>
              <a:rPr lang="en-US" sz="2800" dirty="0">
                <a:solidFill>
                  <a:srgbClr val="09135A"/>
                </a:solidFill>
                <a:latin typeface="Montserrat Medium" pitchFamily="2" charset="-52"/>
              </a:rPr>
              <a:t>Stream Processing)</a:t>
            </a:r>
            <a:endParaRPr lang="ru-RU" sz="28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Как используется </a:t>
            </a:r>
            <a:r>
              <a:rPr lang="ru-RU" sz="2600" b="1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ru-RU" sz="2600" b="1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хранит поток событий;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Stream-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движки обрабатывают данные «на лету»;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результат снова пишется в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или БД.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Инструменты: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Streams;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Apache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Flink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Apache Spark Structured Streaming.</a:t>
            </a:r>
          </a:p>
        </p:txBody>
      </p:sp>
    </p:spTree>
    <p:extLst>
      <p:ext uri="{BB962C8B-B14F-4D97-AF65-F5344CB8AC3E}">
        <p14:creationId xmlns:p14="http://schemas.microsoft.com/office/powerpoint/2010/main" val="42421433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800" dirty="0">
                <a:solidFill>
                  <a:srgbClr val="09135A"/>
                </a:solidFill>
                <a:latin typeface="Montserrat Medium" pitchFamily="2" charset="-52"/>
              </a:rPr>
              <a:t>Потоковая аналитика (</a:t>
            </a:r>
            <a:r>
              <a:rPr lang="en-US" sz="2800" dirty="0">
                <a:solidFill>
                  <a:srgbClr val="09135A"/>
                </a:solidFill>
                <a:latin typeface="Montserrat Medium" pitchFamily="2" charset="-52"/>
              </a:rPr>
              <a:t>Stream Processing)</a:t>
            </a:r>
            <a:endParaRPr lang="ru-RU" sz="28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Результат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аналитика с задержкой в секунды;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динамические метрики;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real-time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41307009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800" dirty="0">
                <a:solidFill>
                  <a:srgbClr val="09135A"/>
                </a:solidFill>
                <a:latin typeface="Montserrat Medium" pitchFamily="2" charset="-52"/>
              </a:rPr>
              <a:t>Централизованный сбор логов и метрик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Бизнес-проблема</a:t>
            </a:r>
          </a:p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Логи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поступают из множества сервисов;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имеют разные форматы;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создают нагрузку при прямой отправке в хранилища.</a:t>
            </a:r>
          </a:p>
        </p:txBody>
      </p:sp>
    </p:spTree>
    <p:extLst>
      <p:ext uri="{BB962C8B-B14F-4D97-AF65-F5344CB8AC3E}">
        <p14:creationId xmlns:p14="http://schemas.microsoft.com/office/powerpoint/2010/main" val="17215488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800" dirty="0">
                <a:solidFill>
                  <a:srgbClr val="09135A"/>
                </a:solidFill>
                <a:latin typeface="Montserrat Medium" pitchFamily="2" charset="-52"/>
              </a:rPr>
              <a:t>Централизованный сбор логов и метрик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Как используется </a:t>
            </a:r>
            <a:r>
              <a:rPr lang="ru-RU" sz="2600" b="1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ru-RU" sz="2600" b="1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приложения пишут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логи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в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разные системы читают один поток: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ELK,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S3,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мониторинг,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SIEM.</a:t>
            </a:r>
          </a:p>
          <a:p>
            <a:pPr>
              <a:lnSpc>
                <a:spcPts val="5774"/>
              </a:lnSpc>
            </a:pP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174856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800" dirty="0">
                <a:solidFill>
                  <a:srgbClr val="09135A"/>
                </a:solidFill>
                <a:latin typeface="Montserrat Medium" pitchFamily="2" charset="-52"/>
              </a:rPr>
              <a:t>Централизованный сбор логов и метрик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Результат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единый поток телеметрии;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отказоустойчивость;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возможность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переобработки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4084947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it-IT" sz="2800" dirty="0">
                <a:solidFill>
                  <a:srgbClr val="09135A"/>
                </a:solidFill>
                <a:latin typeface="Montserrat Medium" pitchFamily="2" charset="-52"/>
              </a:rPr>
              <a:t>Data Pipeline и Data Lake</a:t>
            </a:r>
            <a:endParaRPr lang="ru-RU" sz="28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Бизнес-проблема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Данные: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поступают из разных источников;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требуют очистки и нормализации;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используются разными командами.</a:t>
            </a:r>
          </a:p>
        </p:txBody>
      </p:sp>
    </p:spTree>
    <p:extLst>
      <p:ext uri="{BB962C8B-B14F-4D97-AF65-F5344CB8AC3E}">
        <p14:creationId xmlns:p14="http://schemas.microsoft.com/office/powerpoint/2010/main" val="30400848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it-IT" sz="2800" dirty="0">
                <a:solidFill>
                  <a:srgbClr val="09135A"/>
                </a:solidFill>
                <a:latin typeface="Montserrat Medium" pitchFamily="2" charset="-52"/>
              </a:rPr>
              <a:t>Data Pipeline и Data Lake</a:t>
            </a:r>
            <a:endParaRPr lang="ru-RU" sz="28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Как используется </a:t>
            </a:r>
            <a:r>
              <a:rPr lang="ru-RU" sz="2600" b="1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ru-RU" sz="2600" b="1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— центральный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data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backbone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источники публикуют данные;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трансформации выполняются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потоково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результаты пишутся в хранилища.</a:t>
            </a:r>
          </a:p>
          <a:p>
            <a:pPr>
              <a:lnSpc>
                <a:spcPts val="5774"/>
              </a:lnSpc>
            </a:pP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582614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it-IT" sz="2800" dirty="0">
                <a:solidFill>
                  <a:srgbClr val="09135A"/>
                </a:solidFill>
                <a:latin typeface="Montserrat Medium" pitchFamily="2" charset="-52"/>
              </a:rPr>
              <a:t>Data Pipeline и Data Lake</a:t>
            </a:r>
            <a:endParaRPr lang="ru-RU" sz="28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Результат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масштабируемые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data-пайплайны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единый источник правды;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минимизация дублирования логики.</a:t>
            </a:r>
          </a:p>
        </p:txBody>
      </p:sp>
    </p:spTree>
    <p:extLst>
      <p:ext uri="{BB962C8B-B14F-4D97-AF65-F5344CB8AC3E}">
        <p14:creationId xmlns:p14="http://schemas.microsoft.com/office/powerpoint/2010/main" val="27636782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it-IT" sz="2800" dirty="0">
                <a:solidFill>
                  <a:srgbClr val="09135A"/>
                </a:solidFill>
                <a:latin typeface="Montserrat Medium" pitchFamily="2" charset="-52"/>
              </a:rPr>
              <a:t>Event Sourcing (</a:t>
            </a:r>
            <a:r>
              <a:rPr lang="ru-RU" sz="2800" dirty="0">
                <a:solidFill>
                  <a:srgbClr val="09135A"/>
                </a:solidFill>
                <a:latin typeface="Montserrat Medium" pitchFamily="2" charset="-52"/>
              </a:rPr>
              <a:t>частично)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Бизнес-проблема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Необходимо: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хранить историю изменений состояния;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иметь возможность восстановить состояние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30086411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it-IT" sz="2800" dirty="0">
                <a:solidFill>
                  <a:srgbClr val="09135A"/>
                </a:solidFill>
                <a:latin typeface="Montserrat Medium" pitchFamily="2" charset="-52"/>
              </a:rPr>
              <a:t>Event Sourcing (</a:t>
            </a:r>
            <a:r>
              <a:rPr lang="ru-RU" sz="2800" dirty="0">
                <a:solidFill>
                  <a:srgbClr val="09135A"/>
                </a:solidFill>
                <a:latin typeface="Montserrat Medium" pitchFamily="2" charset="-52"/>
              </a:rPr>
              <a:t>частично)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Как используется </a:t>
            </a:r>
            <a:r>
              <a:rPr lang="ru-RU" sz="2600" b="1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ru-RU" sz="2600" b="1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события — единственный источник истины;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состояние восстанавливается путём проигрывания событий;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хранит события длительное время.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Ограничения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— не полноценное хранилище состояний, но часто используется как журнал событий.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3511145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it-IT" sz="2800" dirty="0">
                <a:solidFill>
                  <a:srgbClr val="09135A"/>
                </a:solidFill>
                <a:latin typeface="Montserrat Medium" pitchFamily="2" charset="-52"/>
              </a:rPr>
              <a:t>Fan-out / Multicast </a:t>
            </a:r>
            <a:r>
              <a:rPr lang="ru-RU" sz="2800" dirty="0">
                <a:solidFill>
                  <a:srgbClr val="09135A"/>
                </a:solidFill>
                <a:latin typeface="Montserrat Medium" pitchFamily="2" charset="-52"/>
              </a:rPr>
              <a:t>событий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Бизнес-проблема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Одно событие нужно: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разослать многим системам;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без дублирования кода.</a:t>
            </a:r>
          </a:p>
        </p:txBody>
      </p:sp>
    </p:spTree>
    <p:extLst>
      <p:ext uri="{BB962C8B-B14F-4D97-AF65-F5344CB8AC3E}">
        <p14:creationId xmlns:p14="http://schemas.microsoft.com/office/powerpoint/2010/main" val="2632915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it-IT" sz="2800" dirty="0">
                <a:solidFill>
                  <a:srgbClr val="09135A"/>
                </a:solidFill>
                <a:latin typeface="Montserrat Medium" pitchFamily="2" charset="-52"/>
              </a:rPr>
              <a:t>Fan-out / Multicast </a:t>
            </a:r>
            <a:r>
              <a:rPr lang="ru-RU" sz="2800" dirty="0">
                <a:solidFill>
                  <a:srgbClr val="09135A"/>
                </a:solidFill>
                <a:latin typeface="Montserrat Medium" pitchFamily="2" charset="-52"/>
              </a:rPr>
              <a:t>событий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Как используется </a:t>
            </a:r>
            <a:r>
              <a:rPr lang="ru-RU" sz="2600" b="1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ru-RU" sz="2600" b="1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одно событие в топике;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множество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consumer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-групп;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каждая группа читает независимо.</a:t>
            </a:r>
          </a:p>
        </p:txBody>
      </p:sp>
    </p:spTree>
    <p:extLst>
      <p:ext uri="{BB962C8B-B14F-4D97-AF65-F5344CB8AC3E}">
        <p14:creationId xmlns:p14="http://schemas.microsoft.com/office/powerpoint/2010/main" val="34781584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it-IT" sz="2800" dirty="0">
                <a:solidFill>
                  <a:srgbClr val="09135A"/>
                </a:solidFill>
                <a:latin typeface="Montserrat Medium" pitchFamily="2" charset="-52"/>
              </a:rPr>
              <a:t>Fan-out / Multicast </a:t>
            </a:r>
            <a:r>
              <a:rPr lang="ru-RU" sz="2800" dirty="0">
                <a:solidFill>
                  <a:srgbClr val="09135A"/>
                </a:solidFill>
                <a:latin typeface="Montserrat Medium" pitchFamily="2" charset="-52"/>
              </a:rPr>
              <a:t>событий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Результат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гибкость;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расширяемость;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независимая эволюция систем.</a:t>
            </a:r>
          </a:p>
        </p:txBody>
      </p:sp>
    </p:spTree>
    <p:extLst>
      <p:ext uri="{BB962C8B-B14F-4D97-AF65-F5344CB8AC3E}">
        <p14:creationId xmlns:p14="http://schemas.microsoft.com/office/powerpoint/2010/main" val="6469644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Стриминг данных (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Data Streaming)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Реал-тайм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ETL: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Сбор метрик →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→ Kafka Streams → PostgreSQL/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MLflow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Пример: В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MLOps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-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пайплайне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—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логи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экспериментов из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Kubernetes pods → Kafka →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аналитика в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Grafana.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Преимущество: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Exactly-once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семантика (с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0.11+).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7878656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Системы обмена сообщениями (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Messaging)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Расстыковка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микросервисов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: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Order Service → Kafka → Inventory Service (async).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Пример: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оркестрация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Ansible playbooks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через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вместо прямых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HTTP-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вызовов.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Сравнение: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vs RabbitMQ/Kafka Streams vs Apache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Flink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1833375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Логирование и мониторинг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Log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Aggregation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Централизованный сбор: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Fluentd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→ Kafka → Elasticsearch (EFK-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стек).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Пример: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Логи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Kubernetes (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MetalLB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/Istio) → Kafka → Prometheus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remote_write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Масштаб: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Netflix — 1.5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ТБ/день логов.</a:t>
            </a:r>
          </a:p>
        </p:txBody>
      </p:sp>
    </p:spTree>
    <p:extLst>
      <p:ext uri="{BB962C8B-B14F-4D97-AF65-F5344CB8AC3E}">
        <p14:creationId xmlns:p14="http://schemas.microsoft.com/office/powerpoint/2010/main" val="13037164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Какую проблему решает Apache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?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Apache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решает проблему надёжной, масштабируемой и высокопроизводительной передачи данных между системами в реальном времени. Это ответ на вопрос: как безопасно и быстро передавать большие потоки событий между независимыми сервисами без жёсткой связности.</a:t>
            </a:r>
          </a:p>
        </p:txBody>
      </p:sp>
    </p:spTree>
    <p:extLst>
      <p:ext uri="{BB962C8B-B14F-4D97-AF65-F5344CB8AC3E}">
        <p14:creationId xmlns:p14="http://schemas.microsoft.com/office/powerpoint/2010/main" val="9734133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Ключевая проблема, которую решает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Слабосвязанный обмен событиями при высоких нагрузках.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 традиционных архитектурах: 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сервис A напрямую вызывает сервис B (HTTP, RPC),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B должен быть доступен прямо сейчас,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при росте нагрузки начинаются таймауты,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ретраи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, каскадные отказы,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масштабирование и развитие системы становится болезненным.</a:t>
            </a:r>
          </a:p>
          <a:p>
            <a:pPr>
              <a:lnSpc>
                <a:spcPts val="5774"/>
              </a:lnSpc>
            </a:pP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разрывает эту прямую зависимость.</a:t>
            </a:r>
          </a:p>
        </p:txBody>
      </p:sp>
    </p:spTree>
    <p:extLst>
      <p:ext uri="{BB962C8B-B14F-4D97-AF65-F5344CB8AC3E}">
        <p14:creationId xmlns:p14="http://schemas.microsoft.com/office/powerpoint/2010/main" val="29008065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Какие конкретные проблемы закрывает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lnSpc>
                <a:spcPts val="5774"/>
              </a:lnSpc>
              <a:buAutoNum type="arabicPeriod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Проблема связности сервисов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Без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: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сервисы жёстко связаны друг с другом;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изменения в одном требуют изменений в других.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: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продюсер не знает, кто будет читать данные;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можно добавлять новых потребителей без изменения источника.</a:t>
            </a:r>
          </a:p>
        </p:txBody>
      </p:sp>
    </p:spTree>
    <p:extLst>
      <p:ext uri="{BB962C8B-B14F-4D97-AF65-F5344CB8AC3E}">
        <p14:creationId xmlns:p14="http://schemas.microsoft.com/office/powerpoint/2010/main" val="37018356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Какие конкретные проблемы закрывает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lnSpc>
                <a:spcPts val="5774"/>
              </a:lnSpc>
              <a:buFont typeface="+mj-lt"/>
              <a:buAutoNum type="arabicPeriod" startAt="2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Проблема масштабируемости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Без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: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очередь или REST API становится узким местом;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сложно масштабировать чтение.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: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данные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партиционируются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;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потребители масштабируются горизонтально;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пропускная способность измеряется миллионами сообщений в секунду.</a:t>
            </a:r>
          </a:p>
        </p:txBody>
      </p:sp>
    </p:spTree>
    <p:extLst>
      <p:ext uri="{BB962C8B-B14F-4D97-AF65-F5344CB8AC3E}">
        <p14:creationId xmlns:p14="http://schemas.microsoft.com/office/powerpoint/2010/main" val="40365366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Какие конкретные проблемы закрывает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lnSpc>
                <a:spcPts val="5774"/>
              </a:lnSpc>
              <a:buFont typeface="+mj-lt"/>
              <a:buAutoNum type="arabicPeriod" startAt="3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Проблема надёжности и потери данных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Без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: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если потребитель упал — данные потеряны;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нужно городить сложные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retry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-механизмы.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: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данные сохраняются на диск;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реплицируются между брокерами;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потребитель может перечитать данные с нужного смещения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offset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9055951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Какие конкретные проблемы закрывает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lnSpc>
                <a:spcPts val="5774"/>
              </a:lnSpc>
              <a:buFont typeface="+mj-lt"/>
              <a:buAutoNum type="arabicPeriod" startAt="4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Проблема асинхронной обработки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Без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: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синхронные вызовы блокируют цепочки;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сложно выдерживать пики нагрузки.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: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продюсер пишет быстро и не ждёт обработки;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потребитель обрабатывает данные в своём темпе.</a:t>
            </a:r>
          </a:p>
        </p:txBody>
      </p:sp>
    </p:spTree>
    <p:extLst>
      <p:ext uri="{BB962C8B-B14F-4D97-AF65-F5344CB8AC3E}">
        <p14:creationId xmlns:p14="http://schemas.microsoft.com/office/powerpoint/2010/main" val="42516035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Какие конкретные проблемы закрывает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lnSpc>
                <a:spcPts val="5774"/>
              </a:lnSpc>
              <a:buFont typeface="+mj-lt"/>
              <a:buAutoNum type="arabicPeriod" startAt="5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Проблема потоковой обработки</a:t>
            </a:r>
            <a:endParaRPr lang="en-US" sz="24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Kafka — 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фундамент для:</a:t>
            </a:r>
            <a:endParaRPr lang="en-US" sz="24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real-time 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аналитики,</a:t>
            </a:r>
            <a:endParaRPr lang="en-US" sz="24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мониторинга,</a:t>
            </a:r>
            <a:endParaRPr lang="en-US" sz="24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CDC (change data capture),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event-driven 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архитектур.</a:t>
            </a:r>
            <a:endParaRPr lang="en-US" sz="24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Экосистема:</a:t>
            </a:r>
            <a:endParaRPr lang="en-US" sz="24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Kafka Streams,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,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Spark / </a:t>
            </a:r>
            <a:r>
              <a:rPr lang="en-US" sz="2400" dirty="0" err="1">
                <a:solidFill>
                  <a:srgbClr val="09135A"/>
                </a:solidFill>
                <a:latin typeface="Montserrat Medium" pitchFamily="2" charset="-52"/>
              </a:rPr>
              <a:t>Flink</a:t>
            </a: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 / Storm.</a:t>
            </a:r>
            <a:endParaRPr lang="ru-RU" sz="24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8040905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Какие конкретные проблемы закрывает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используется там, где данные — это поток событий, а не набор статических записей. Она становится фундаментом архитектуры, а не просто очередным компонентом.</a:t>
            </a:r>
          </a:p>
        </p:txBody>
      </p:sp>
    </p:spTree>
    <p:extLst>
      <p:ext uri="{BB962C8B-B14F-4D97-AF65-F5344CB8AC3E}">
        <p14:creationId xmlns:p14="http://schemas.microsoft.com/office/powerpoint/2010/main" val="41432666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Как понять, что в проекте действительно нужна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В системе есть </a:t>
            </a:r>
            <a:r>
              <a:rPr lang="ru-RU" sz="2400" b="1" dirty="0">
                <a:solidFill>
                  <a:srgbClr val="09135A"/>
                </a:solidFill>
                <a:latin typeface="Montserrat Medium" pitchFamily="2" charset="-52"/>
              </a:rPr>
              <a:t>события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, а не только CRUD</a:t>
            </a:r>
          </a:p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Примеры: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заказ создан;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платёж прошёл;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пользователь изменил тариф;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устройство отправило телеметрию.</a:t>
            </a:r>
          </a:p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Если такие факты: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важны сами по себе;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должны быть доставлены нескольким потребителям;</a:t>
            </a:r>
          </a:p>
        </p:txBody>
      </p:sp>
    </p:spTree>
    <p:extLst>
      <p:ext uri="{BB962C8B-B14F-4D97-AF65-F5344CB8AC3E}">
        <p14:creationId xmlns:p14="http://schemas.microsoft.com/office/powerpoint/2010/main" val="38104917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Как понять, что в проекте действительно нужна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Асинхронность — норма, а не исключение</a:t>
            </a:r>
          </a:p>
          <a:p>
            <a:pPr>
              <a:lnSpc>
                <a:spcPts val="5774"/>
              </a:lnSpc>
            </a:pP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оправдана, если: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не нужен немедленный ответ;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допустима согласованность в конечном счёте (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eventual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consistency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);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бизнес-процесс разбит на этапы.</a:t>
            </a:r>
          </a:p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Если же каждый шаг должен завершиться синхронно,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будет лишней.</a:t>
            </a:r>
          </a:p>
        </p:txBody>
      </p:sp>
    </p:spTree>
    <p:extLst>
      <p:ext uri="{BB962C8B-B14F-4D97-AF65-F5344CB8AC3E}">
        <p14:creationId xmlns:p14="http://schemas.microsoft.com/office/powerpoint/2010/main" val="35392007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Как понять, что в проекте действительно нужна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Нужна устойчивость к пикам нагрузки</a:t>
            </a:r>
          </a:p>
          <a:p>
            <a:pPr>
              <a:lnSpc>
                <a:spcPts val="5774"/>
              </a:lnSpc>
            </a:pP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нужна, если: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бывают резкие всплески трафика;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обработка неравномерна;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данные нельзя терять.</a:t>
            </a:r>
          </a:p>
          <a:p>
            <a:pPr>
              <a:lnSpc>
                <a:spcPts val="5774"/>
              </a:lnSpc>
            </a:pP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выступает буфером и «амортизатором» нагрузки.</a:t>
            </a:r>
          </a:p>
        </p:txBody>
      </p:sp>
    </p:spTree>
    <p:extLst>
      <p:ext uri="{BB962C8B-B14F-4D97-AF65-F5344CB8AC3E}">
        <p14:creationId xmlns:p14="http://schemas.microsoft.com/office/powerpoint/2010/main" val="6170201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Как понять, что в проекте действительно нужна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Важно не потерять данные</a:t>
            </a:r>
          </a:p>
          <a:p>
            <a:pPr>
              <a:lnSpc>
                <a:spcPts val="5774"/>
              </a:lnSpc>
            </a:pP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оправдана, если: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потеря событий недопустима;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требуется повторная обработка;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нужна история изменений.</a:t>
            </a:r>
          </a:p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HTTP-интеграция такого не даёт.</a:t>
            </a:r>
          </a:p>
        </p:txBody>
      </p:sp>
    </p:spTree>
    <p:extLst>
      <p:ext uri="{BB962C8B-B14F-4D97-AF65-F5344CB8AC3E}">
        <p14:creationId xmlns:p14="http://schemas.microsoft.com/office/powerpoint/2010/main" val="6840939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Как понять, что в проекте действительно нужна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Нужно добавлять новые сервисы без переделки старых</a:t>
            </a:r>
          </a:p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Если архитектура должна: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легко расширяться;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позволять читать исторические данные;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не ломать существующие контуры,</a:t>
            </a:r>
          </a:p>
          <a:p>
            <a:pPr>
              <a:lnSpc>
                <a:spcPts val="5774"/>
              </a:lnSpc>
            </a:pP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— правильный инструмент.</a:t>
            </a:r>
          </a:p>
        </p:txBody>
      </p:sp>
    </p:spTree>
    <p:extLst>
      <p:ext uri="{BB962C8B-B14F-4D97-AF65-F5344CB8AC3E}">
        <p14:creationId xmlns:p14="http://schemas.microsoft.com/office/powerpoint/2010/main" val="17680843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Как понять, что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не нужна?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избыточна, если: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1–3 сервиса;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простая CRUD-логика;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низкая нагрузка;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жёсткая синхронность;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команда не готова к эксплуатации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В этих случаях: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REST /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gRPC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+ БД — лучше.</a:t>
            </a:r>
          </a:p>
        </p:txBody>
      </p:sp>
    </p:spTree>
    <p:extLst>
      <p:ext uri="{BB962C8B-B14F-4D97-AF65-F5344CB8AC3E}">
        <p14:creationId xmlns:p14="http://schemas.microsoft.com/office/powerpoint/2010/main" val="41885657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Когда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—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плохая идея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endParaRPr lang="ru-RU" sz="24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6E00BD8A-8655-4106-ABAC-924258A725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2389100"/>
              </p:ext>
            </p:extLst>
          </p:nvPr>
        </p:nvGraphicFramePr>
        <p:xfrm>
          <a:off x="2710722" y="1079500"/>
          <a:ext cx="12192000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8322498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Когда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уместна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endParaRPr lang="ru-RU" sz="24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FC1A911-60D9-46D1-B031-319FABE14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8285" y="2752054"/>
            <a:ext cx="8336874" cy="6063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10955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Архитектура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Apache Kafka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5039051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Ключевые концепции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Apache Kafka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Топик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Topic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Партиция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Partition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Брокер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Broker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Продюсер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Producer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Консюмер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(Consumer)</a:t>
            </a:r>
          </a:p>
        </p:txBody>
      </p:sp>
    </p:spTree>
    <p:extLst>
      <p:ext uri="{BB962C8B-B14F-4D97-AF65-F5344CB8AC3E}">
        <p14:creationId xmlns:p14="http://schemas.microsoft.com/office/powerpoint/2010/main" val="1286633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Topic (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топик)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Топик — это именованный логический поток событий, в который продюсеры публикуют сообщения, а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консюмеры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их читают.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Аналог: журнал событий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Сообщения в топике неизменяемы и добавляются только в конец.</a:t>
            </a:r>
          </a:p>
        </p:txBody>
      </p:sp>
    </p:spTree>
    <p:extLst>
      <p:ext uri="{BB962C8B-B14F-4D97-AF65-F5344CB8AC3E}">
        <p14:creationId xmlns:p14="http://schemas.microsoft.com/office/powerpoint/2010/main" val="5413530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Partition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Партиция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Партиция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— это физически независимый, упорядоченный лог, являющийся частью топика.</a:t>
            </a:r>
          </a:p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Партиции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позволяют: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масштабировать запись и чтение;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обрабатывать данные параллельно.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Порядок сообщений гарантирован только внутри одной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партиции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Распределение сообщений по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партициям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обычно происходит по ключу сообщения (хэш ключа).</a:t>
            </a:r>
          </a:p>
        </p:txBody>
      </p:sp>
    </p:spTree>
    <p:extLst>
      <p:ext uri="{BB962C8B-B14F-4D97-AF65-F5344CB8AC3E}">
        <p14:creationId xmlns:p14="http://schemas.microsoft.com/office/powerpoint/2010/main" val="3502393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Broker (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Брокер)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Брокер — это сервер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, который: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хранит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партиции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принимает сообщения от продюсеров;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отдаёт сообщения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консюмерам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-кластер состоит из нескольких брокеров.</a:t>
            </a:r>
          </a:p>
        </p:txBody>
      </p:sp>
    </p:spTree>
    <p:extLst>
      <p:ext uri="{BB962C8B-B14F-4D97-AF65-F5344CB8AC3E}">
        <p14:creationId xmlns:p14="http://schemas.microsoft.com/office/powerpoint/2010/main" val="388739115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Producer (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Продюсер)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Продюсер — клиентское приложение, которое: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публикует сообщения в топики;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не знает, кто и когда будет их читать;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может отправлять сообщения с ключом или без ключа.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Продюсер отвечает за выбор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партиции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и параметры надёжности доставки.</a:t>
            </a:r>
          </a:p>
        </p:txBody>
      </p:sp>
    </p:spTree>
    <p:extLst>
      <p:ext uri="{BB962C8B-B14F-4D97-AF65-F5344CB8AC3E}">
        <p14:creationId xmlns:p14="http://schemas.microsoft.com/office/powerpoint/2010/main" val="213253385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Consumer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Консюмер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Консюмер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— клиентское приложение, которое: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читает сообщения из топиков;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обрабатывает их в своём темпе;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самостоятельно управляет позицией чтения.</a:t>
            </a:r>
          </a:p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не удаляет сообщения после чтения.</a:t>
            </a:r>
          </a:p>
        </p:txBody>
      </p:sp>
    </p:spTree>
    <p:extLst>
      <p:ext uri="{BB962C8B-B14F-4D97-AF65-F5344CB8AC3E}">
        <p14:creationId xmlns:p14="http://schemas.microsoft.com/office/powerpoint/2010/main" val="388122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Consumer Group (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Группа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консюмеров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Consumer Group — логическая группа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консюмеров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, совместно читающих топик.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Правила: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одна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партиция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обрабатывается только одним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консюмером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в группе;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разные группы читают данные независимо друг от друга.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Используется для масштабирования обработки и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fan-out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сценариев.</a:t>
            </a:r>
          </a:p>
        </p:txBody>
      </p:sp>
    </p:spTree>
    <p:extLst>
      <p:ext uri="{BB962C8B-B14F-4D97-AF65-F5344CB8AC3E}">
        <p14:creationId xmlns:p14="http://schemas.microsoft.com/office/powerpoint/2010/main" val="6052009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Offset (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Смещение)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Offset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— это позиция сообщения в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партиции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Каждый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консюмер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читает сообщения по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offset’ам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хранит и управляет своей позицией чтения.</a:t>
            </a:r>
          </a:p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Offset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— это состояние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консюмера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, а не свойства сообщения.</a:t>
            </a:r>
          </a:p>
        </p:txBody>
      </p:sp>
    </p:spTree>
    <p:extLst>
      <p:ext uri="{BB962C8B-B14F-4D97-AF65-F5344CB8AC3E}">
        <p14:creationId xmlns:p14="http://schemas.microsoft.com/office/powerpoint/2010/main" val="44658052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Replication (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Репликация)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Репликация — механизм отказоустойчивости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у каждой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партиции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есть лидер и реплики;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запись идёт через лидера;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при сбое лидера одна из реплик становится новым лидером.</a:t>
            </a:r>
          </a:p>
        </p:txBody>
      </p:sp>
    </p:spTree>
    <p:extLst>
      <p:ext uri="{BB962C8B-B14F-4D97-AF65-F5344CB8AC3E}">
        <p14:creationId xmlns:p14="http://schemas.microsoft.com/office/powerpoint/2010/main" val="12146673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Retention (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Хранение данных)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Retention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— политика хранения сообщений в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Сообщения хранятся: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заданное время;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или до достижения лимита по объёму;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независимо от того, были ли они прочитаны.</a:t>
            </a:r>
          </a:p>
        </p:txBody>
      </p:sp>
    </p:spTree>
    <p:extLst>
      <p:ext uri="{BB962C8B-B14F-4D97-AF65-F5344CB8AC3E}">
        <p14:creationId xmlns:p14="http://schemas.microsoft.com/office/powerpoint/2010/main" val="6534514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Key (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Ключ сообщения)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Ключ сообщения используется для: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определения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партиции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сохранения порядка для связанных сообщений;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логической группировки данных.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Все сообщения с одинаковым ключом попадают в одну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партицию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902508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Ключевые концепции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Apache Kafka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Apache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— это распределённая платформа потоковой передачи событий, основанная на топиках и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партициях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, где продюсеры публикуют события, а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консюмеры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читают их независимо, управляя своими смещениями.</a:t>
            </a:r>
          </a:p>
        </p:txBody>
      </p:sp>
    </p:spTree>
    <p:extLst>
      <p:ext uri="{BB962C8B-B14F-4D97-AF65-F5344CB8AC3E}">
        <p14:creationId xmlns:p14="http://schemas.microsoft.com/office/powerpoint/2010/main" val="157140487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Ключевые концепции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Apache Kafka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9647ADC-2756-4AFB-8F38-45CF84E3A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3688" y="2399081"/>
            <a:ext cx="8766067" cy="726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49846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Компоненты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Apache Kafka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Broker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Controller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sv-SE" sz="2600" dirty="0">
                <a:solidFill>
                  <a:srgbClr val="09135A"/>
                </a:solidFill>
                <a:latin typeface="Montserrat Medium" pitchFamily="2" charset="-52"/>
              </a:rPr>
              <a:t>KRaft (Kafka Raft Metadata Mode)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ZooKeeper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(legacy)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Connect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Schema Registry (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не входит в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Core)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Streams (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библиотека)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CLI Tools (Kafka Tools)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Monitoring &amp; Management (внешние, но обязательные)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15660980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Broker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Broker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— основной серверный компонент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хранит данные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партиции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принимает сообщения от продюсеров;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отдаёт сообщения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консюмерам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участвует в репликации и выборах лидеров.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При установке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устанавливается на отдельные серверы или VM;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каждый брокер имеет уникальный broker.id;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обычно разворачивается кластером из 3+ брокеров.</a:t>
            </a:r>
          </a:p>
        </p:txBody>
      </p:sp>
    </p:spTree>
    <p:extLst>
      <p:ext uri="{BB962C8B-B14F-4D97-AF65-F5344CB8AC3E}">
        <p14:creationId xmlns:p14="http://schemas.microsoft.com/office/powerpoint/2010/main" val="257167193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Controller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623280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Controller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— специальная роль одного из брокеров.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управляет состоянием кластера;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следит за брокерами;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назначает лидеров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партиций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реагирует на падения узлов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Важно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controller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не отдельный сервис, а роль брокера;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в каждый момент времени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controller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один;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при сбое выбирается новый.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(В новых версиях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управление контроллером вынесено в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KRaft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8847992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sv-SE" sz="2600" dirty="0">
                <a:solidFill>
                  <a:srgbClr val="09135A"/>
                </a:solidFill>
                <a:latin typeface="Montserrat Medium" pitchFamily="2" charset="-52"/>
              </a:rPr>
              <a:t>KRaft (Kafka Raft Metadata Mode)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399081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400" dirty="0" err="1">
                <a:solidFill>
                  <a:srgbClr val="09135A"/>
                </a:solidFill>
                <a:latin typeface="Montserrat Medium" pitchFamily="2" charset="-52"/>
              </a:rPr>
              <a:t>KRaft</a:t>
            </a: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 — 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механизм управления метаданными </a:t>
            </a: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Kafka 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без </a:t>
            </a:r>
            <a:r>
              <a:rPr lang="en-US" sz="2400" dirty="0" err="1">
                <a:solidFill>
                  <a:srgbClr val="09135A"/>
                </a:solidFill>
                <a:latin typeface="Montserrat Medium" pitchFamily="2" charset="-52"/>
              </a:rPr>
              <a:t>ZooKeeper</a:t>
            </a: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хранит метаданные кластера;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управляет выборами лидеров;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заменяет </a:t>
            </a:r>
            <a:r>
              <a:rPr lang="en-US" sz="2400" dirty="0" err="1">
                <a:solidFill>
                  <a:srgbClr val="09135A"/>
                </a:solidFill>
                <a:latin typeface="Montserrat Medium" pitchFamily="2" charset="-52"/>
              </a:rPr>
              <a:t>ZooKeeper</a:t>
            </a: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KRaft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убирает зависимость от внешнего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ZooKeeper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, упрощая развертывание и повышая надежность управления метаданными самого кластера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en-US" sz="24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11034596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sv-SE" sz="2600" dirty="0">
                <a:solidFill>
                  <a:srgbClr val="09135A"/>
                </a:solidFill>
                <a:latin typeface="Montserrat Medium" pitchFamily="2" charset="-52"/>
              </a:rPr>
              <a:t>KRaft (Kafka Raft Metadata Mode)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399081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При установке </a:t>
            </a: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Kafka 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может быть запущена: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в </a:t>
            </a:r>
            <a:r>
              <a:rPr lang="en-US" sz="2400" dirty="0" err="1">
                <a:solidFill>
                  <a:srgbClr val="09135A"/>
                </a:solidFill>
                <a:latin typeface="Montserrat Medium" pitchFamily="2" charset="-52"/>
              </a:rPr>
              <a:t>KRaft</a:t>
            </a: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-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режиме (рекомендуется);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или в </a:t>
            </a: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legacy-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режиме с </a:t>
            </a:r>
            <a:r>
              <a:rPr lang="en-US" sz="2400" dirty="0" err="1">
                <a:solidFill>
                  <a:srgbClr val="09135A"/>
                </a:solidFill>
                <a:latin typeface="Montserrat Medium" pitchFamily="2" charset="-52"/>
              </a:rPr>
              <a:t>ZooKeeper</a:t>
            </a: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Роли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controller nodes;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broker nodes;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или совмещённые роли.</a:t>
            </a:r>
            <a:endParaRPr lang="en-US" sz="24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30858778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sv-SE" sz="2600" dirty="0">
                <a:solidFill>
                  <a:srgbClr val="09135A"/>
                </a:solidFill>
                <a:latin typeface="Montserrat Medium" pitchFamily="2" charset="-52"/>
              </a:rPr>
              <a:t>ZooKeeper (legacy)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399081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ZooKeeper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— внешний сервис управления, использовавшийся в старых версиях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устаревший подход;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постепенно выводится из эксплуатации;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не рекомендуется для новых установок.</a:t>
            </a:r>
          </a:p>
        </p:txBody>
      </p:sp>
    </p:spTree>
    <p:extLst>
      <p:ext uri="{BB962C8B-B14F-4D97-AF65-F5344CB8AC3E}">
        <p14:creationId xmlns:p14="http://schemas.microsoft.com/office/powerpoint/2010/main" val="246525188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sv-SE" sz="2600" dirty="0">
                <a:solidFill>
                  <a:srgbClr val="09135A"/>
                </a:solidFill>
                <a:latin typeface="Montserrat Medium" pitchFamily="2" charset="-52"/>
              </a:rPr>
              <a:t>Kafka Connect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399081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Kafka Connect — 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компонент для интеграции </a:t>
            </a: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Kafka 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с внешними системами.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импорт данных в </a:t>
            </a: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Kafka (Source Connectors);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экспорт данных из </a:t>
            </a: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Kafka (Sink Connectors).</a:t>
            </a:r>
          </a:p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Примеры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9135A"/>
                </a:solidFill>
                <a:latin typeface="Montserrat Medium" pitchFamily="2" charset="-52"/>
              </a:rPr>
              <a:t>Debezium</a:t>
            </a: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 (CDC);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JDBC;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S3;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Elasticsearch.</a:t>
            </a:r>
          </a:p>
        </p:txBody>
      </p:sp>
    </p:spTree>
    <p:extLst>
      <p:ext uri="{BB962C8B-B14F-4D97-AF65-F5344CB8AC3E}">
        <p14:creationId xmlns:p14="http://schemas.microsoft.com/office/powerpoint/2010/main" val="146608003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sv-SE" sz="2600" dirty="0">
                <a:solidFill>
                  <a:srgbClr val="09135A"/>
                </a:solidFill>
                <a:latin typeface="Montserrat Medium" pitchFamily="2" charset="-52"/>
              </a:rPr>
              <a:t>Kafka Connect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399081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При установке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запускается как отдельный сервис;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масштабируется горизонтально;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конфигурируется через </a:t>
            </a: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REST API.</a:t>
            </a:r>
          </a:p>
        </p:txBody>
      </p:sp>
    </p:spTree>
    <p:extLst>
      <p:ext uri="{BB962C8B-B14F-4D97-AF65-F5344CB8AC3E}">
        <p14:creationId xmlns:p14="http://schemas.microsoft.com/office/powerpoint/2010/main" val="8749454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sv-SE" sz="2600" dirty="0">
                <a:solidFill>
                  <a:srgbClr val="09135A"/>
                </a:solidFill>
                <a:latin typeface="Montserrat Medium" pitchFamily="2" charset="-52"/>
              </a:rPr>
              <a:t>Schema Registry (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не входит в </a:t>
            </a:r>
            <a:r>
              <a:rPr lang="sv-SE" sz="2600" dirty="0">
                <a:solidFill>
                  <a:srgbClr val="09135A"/>
                </a:solidFill>
                <a:latin typeface="Montserrat Medium" pitchFamily="2" charset="-52"/>
              </a:rPr>
              <a:t>Kafka Core)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399081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Schema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Registry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— сервис управления схемами сообщений.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контроль форматов данных (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Avro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,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Protobuf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, JSON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Schema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);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совместимость версий;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предотвращение «ломающих» изменений.</a:t>
            </a:r>
          </a:p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Важно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не является частью Apache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де-факто стандарт в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production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-системах.</a:t>
            </a:r>
          </a:p>
        </p:txBody>
      </p:sp>
    </p:spTree>
    <p:extLst>
      <p:ext uri="{BB962C8B-B14F-4D97-AF65-F5344CB8AC3E}">
        <p14:creationId xmlns:p14="http://schemas.microsoft.com/office/powerpoint/2010/main" val="185489462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sv-SE" sz="2600" dirty="0">
                <a:solidFill>
                  <a:srgbClr val="09135A"/>
                </a:solidFill>
                <a:latin typeface="Montserrat Medium" pitchFamily="2" charset="-52"/>
              </a:rPr>
              <a:t>Kafka Streams (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библиотека)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399081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Streams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— библиотека для потоковой обработки данных.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не отдельный сервис;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встраивается в приложение;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использует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как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storage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и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transport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785338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sv-SE" sz="2600" dirty="0">
                <a:solidFill>
                  <a:srgbClr val="09135A"/>
                </a:solidFill>
                <a:latin typeface="Montserrat Medium" pitchFamily="2" charset="-52"/>
              </a:rPr>
              <a:t>CLI Tools (Kafka Tools)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399081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CLI — набор утилит для администрирования.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создание топиков;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просмотр метаданных;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диагностика кластера.</a:t>
            </a:r>
          </a:p>
        </p:txBody>
      </p:sp>
    </p:spTree>
    <p:extLst>
      <p:ext uri="{BB962C8B-B14F-4D97-AF65-F5344CB8AC3E}">
        <p14:creationId xmlns:p14="http://schemas.microsoft.com/office/powerpoint/2010/main" val="156817403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Monitoring &amp; Management (внешние, но обязательные)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399081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Kafka 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не работает без мониторинга в </a:t>
            </a: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production.</a:t>
            </a:r>
          </a:p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Типично используются: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Prometheus;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Grafana;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9135A"/>
                </a:solidFill>
                <a:latin typeface="Montserrat Medium" pitchFamily="2" charset="-52"/>
              </a:rPr>
              <a:t>Alertmanager</a:t>
            </a: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  <a:endParaRPr lang="ru-RU" sz="24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77200780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Минимальный </a:t>
            </a:r>
            <a:r>
              <a:rPr lang="sv-SE" sz="2600" dirty="0">
                <a:solidFill>
                  <a:srgbClr val="09135A"/>
                </a:solidFill>
                <a:latin typeface="Montserrat Medium" pitchFamily="2" charset="-52"/>
              </a:rPr>
              <a:t>production-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набор компонентов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399081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Kafka Brokers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9135A"/>
                </a:solidFill>
                <a:latin typeface="Montserrat Medium" pitchFamily="2" charset="-52"/>
              </a:rPr>
              <a:t>KRaft</a:t>
            </a: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 Controllers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Kafka Connect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Schema Registry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Monitoring</a:t>
            </a:r>
          </a:p>
        </p:txBody>
      </p:sp>
    </p:spTree>
    <p:extLst>
      <p:ext uri="{BB962C8B-B14F-4D97-AF65-F5344CB8AC3E}">
        <p14:creationId xmlns:p14="http://schemas.microsoft.com/office/powerpoint/2010/main" val="183004663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Apache Kafka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399081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Apache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состоит из кластера брокеров, управляющего слоя (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KRaft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), а также дополнительных компонентов для интеграции, управления схемами и мониторинга. Большинство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production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-установок включает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Connect и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Schema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Registry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  <a:endParaRPr lang="en-US" sz="24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90620139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Механизм репликации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399081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Репликация — это механизм отказоустойчивости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, при котором данные каждой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партиции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хранятся на нескольких брокерах.</a:t>
            </a:r>
          </a:p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каждая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партиция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имеет: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Leader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— основной брокер;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Follower’ы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— реплики на других брокерах;</a:t>
            </a:r>
          </a:p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продюсеры и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консюмеры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работают только с лидером;</a:t>
            </a:r>
          </a:p>
          <a:p>
            <a:pPr>
              <a:lnSpc>
                <a:spcPts val="5774"/>
              </a:lnSpc>
            </a:pP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фолловеры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асинхронно копируют данные с лидера.</a:t>
            </a:r>
            <a:endParaRPr lang="en-US" sz="24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97193410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Механизм репликации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399081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Replication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Factor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— количество копий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партиции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в кластере.</a:t>
            </a:r>
          </a:p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Пример:</a:t>
            </a:r>
          </a:p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RF = 3</a:t>
            </a:r>
          </a:p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1 лидер + 2 реплики.</a:t>
            </a:r>
          </a:p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Рекомендация: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production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: 3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dev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/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test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: 1</a:t>
            </a:r>
            <a:endParaRPr lang="en-US" sz="24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64778975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Механизм репликации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399081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ISR (In-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Sync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Replicas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) — набор реплик, которые: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не отстают от лидера;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считаются актуальными.</a:t>
            </a:r>
          </a:p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Только реплики из ISR: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могут стать лидером;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участвуют в подтверждении записи.</a:t>
            </a:r>
            <a:endParaRPr lang="en-US" sz="24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92940867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Механизм репликации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399081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Зачем нужна репликация: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защита от потери данных;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возможность переживать падение брокеров;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высокая доступность кластера.</a:t>
            </a:r>
            <a:endParaRPr lang="en-US" sz="24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19064529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Leader Election (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выбор лидера)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399081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Leader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Election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— процесс выбора нового лидера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партиции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при отказе текущего.</a:t>
            </a:r>
          </a:p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Когда происходит выбор лидера: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брокер-лидер стал недоступен;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брокер был перезапущен;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изменился состав ISR.</a:t>
            </a:r>
          </a:p>
        </p:txBody>
      </p:sp>
    </p:spTree>
    <p:extLst>
      <p:ext uri="{BB962C8B-B14F-4D97-AF65-F5344CB8AC3E}">
        <p14:creationId xmlns:p14="http://schemas.microsoft.com/office/powerpoint/2010/main" val="389656380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Leader Election (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выбор лидера)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399081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Как происходит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Leader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Election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: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фиксирует недоступность лидера.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Из списка ISR выбирается новый лидер.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Новый лидер начинает принимать записи.</a:t>
            </a:r>
          </a:p>
          <a:p>
            <a:pPr marL="342900" indent="-3429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Консюмеры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и продюсеры автоматически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переподключаются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Процесс прозрачен для клиентов и занимает минимальное время.</a:t>
            </a:r>
          </a:p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Важный принцип:</a:t>
            </a:r>
          </a:p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Только реплика из ISR может стать лидером.</a:t>
            </a:r>
          </a:p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Это предотвращает потерю данных.</a:t>
            </a:r>
          </a:p>
        </p:txBody>
      </p:sp>
    </p:spTree>
    <p:extLst>
      <p:ext uri="{BB962C8B-B14F-4D97-AF65-F5344CB8AC3E}">
        <p14:creationId xmlns:p14="http://schemas.microsoft.com/office/powerpoint/2010/main" val="206747709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Установка и настройка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BFBEC6-A40E-489B-AF1B-DDE31489B983}"/>
              </a:ext>
            </a:extLst>
          </p:cNvPr>
          <p:cNvSpPr/>
          <p:nvPr/>
        </p:nvSpPr>
        <p:spPr>
          <a:xfrm>
            <a:off x="1334126" y="2399081"/>
            <a:ext cx="14945192" cy="632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Выполните практику 1_</a:t>
            </a:r>
            <a:r>
              <a:rPr lang="en-US" sz="2400" dirty="0">
                <a:solidFill>
                  <a:srgbClr val="09135A"/>
                </a:solidFill>
                <a:latin typeface="Montserrat Medium" pitchFamily="2" charset="-52"/>
              </a:rPr>
              <a:t>install.txt</a:t>
            </a:r>
          </a:p>
        </p:txBody>
      </p:sp>
    </p:spTree>
    <p:extLst>
      <p:ext uri="{BB962C8B-B14F-4D97-AF65-F5344CB8AC3E}">
        <p14:creationId xmlns:p14="http://schemas.microsoft.com/office/powerpoint/2010/main" val="239249217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Модуль 2. Работа с данными в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57598184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Основные клиентские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API Kafka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предоставляет несколько клиентских API для разных задач: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1. Admin API — управление кластером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2.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Producer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API — отправка сообщений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3. Consumer API — чтение сообщений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4.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Streams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API — потоковая обработка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5. Connect API — интеграция с внешними системами</a:t>
            </a:r>
          </a:p>
          <a:p>
            <a:pPr>
              <a:lnSpc>
                <a:spcPts val="5774"/>
              </a:lnSpc>
            </a:pP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Все API доступны на Java, Python, Go, .NET и других языках.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01970720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Admin API —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Управление кластером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Что позволяет делать Admin API: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Создание/удаление топиков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Просмотр метаданных кластера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Изменение конфигурации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Управление ACL (безопасностью)</a:t>
            </a:r>
          </a:p>
        </p:txBody>
      </p:sp>
    </p:spTree>
    <p:extLst>
      <p:ext uri="{BB962C8B-B14F-4D97-AF65-F5344CB8AC3E}">
        <p14:creationId xmlns:p14="http://schemas.microsoft.com/office/powerpoint/2010/main" val="393358566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Admin API —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Управление кластером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Примеры использования: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- Создание топиков при деплое приложения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- Автоматическое масштабирование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партиций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- Мониторинг состояния кластера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3657770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Producer API —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Ключевые настройки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Основные конфигурации продюсера:</a:t>
            </a:r>
          </a:p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acks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(подтверждения):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• 0 — без подтверждения (максимальная скорость)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• 1 — подтверждение от лидера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•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all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— подтверждение от всех реплик ISR</a:t>
            </a:r>
          </a:p>
          <a:p>
            <a:pPr>
              <a:lnSpc>
                <a:spcPts val="5774"/>
              </a:lnSpc>
            </a:pP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08429821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Producer API —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Ключевые настройки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retries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— количество повторных попыток</a:t>
            </a:r>
          </a:p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batch.size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— размер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батча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для отправки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linger.ms — время ожидания перед отправкой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батча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buffer.memory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— размер буфера в памяти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66572785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Consumer API —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Механизмы чтения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Подходы к чтению сообщений: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1. Автоматический коммит смещений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- Простота использования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- Риск дублирования сообщений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2. Ручной коммит смещений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- Точный контроль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- Гарантия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exactly-once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обработки</a:t>
            </a:r>
          </a:p>
        </p:txBody>
      </p:sp>
    </p:spTree>
    <p:extLst>
      <p:ext uri="{BB962C8B-B14F-4D97-AF65-F5344CB8AC3E}">
        <p14:creationId xmlns:p14="http://schemas.microsoft.com/office/powerpoint/2010/main" val="227045431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Consumer API —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Механизмы чтения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3. Паттерны потребления: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-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Subscribe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(подписка на топики)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-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Assign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(явное назначение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партиций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48196562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Создание топиков —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Best Practices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Рекомендации по созданию топиков: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1. Количество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партиций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• Зависит от требуемой пропускной способности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• Обычно: 3-6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партиций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на топик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• Можно увеличивать, но не уменьшать</a:t>
            </a:r>
          </a:p>
          <a:p>
            <a:pPr>
              <a:lnSpc>
                <a:spcPts val="5774"/>
              </a:lnSpc>
            </a:pP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5212084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Создание топиков —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Best Practices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Рекомендации по созданию топиков: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2. Фактор репликации: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•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Dev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: 1, Production: 3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•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min.insync.replicas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= RF-1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3. Политики хранения: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• retention.ms — время хранения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•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retention.bytes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— размер логов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70584245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Конфигурация топиков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Важные настройки топиков:</a:t>
            </a:r>
          </a:p>
          <a:p>
            <a:pPr>
              <a:lnSpc>
                <a:spcPts val="5774"/>
              </a:lnSpc>
            </a:pP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cleanup.policy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:</a:t>
            </a:r>
          </a:p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• delete (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по умолчанию) — удаление старых сообщений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•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compact —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компактизация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по ключу</a:t>
            </a:r>
          </a:p>
          <a:p>
            <a:pPr>
              <a:lnSpc>
                <a:spcPts val="5774"/>
              </a:lnSpc>
            </a:pP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compression.type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:</a:t>
            </a:r>
          </a:p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• none,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gzip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, snappy, lz4,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zstd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message.format.version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—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совместимость версий</a:t>
            </a:r>
          </a:p>
          <a:p>
            <a:pPr>
              <a:lnSpc>
                <a:spcPts val="5774"/>
              </a:lnSpc>
            </a:pP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max.message.bytes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—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максимальный размер сообщения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9623816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Мониторинг топиков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Что мониторить в топиках: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1.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Lag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потребителей (отставание)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2. Размер топика на диске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3. Количество сообщений в секунду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4. Размер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партиций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5. Количество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ISR (In-Sync Replicas)</a:t>
            </a:r>
          </a:p>
        </p:txBody>
      </p:sp>
    </p:spTree>
    <p:extLst>
      <p:ext uri="{BB962C8B-B14F-4D97-AF65-F5344CB8AC3E}">
        <p14:creationId xmlns:p14="http://schemas.microsoft.com/office/powerpoint/2010/main" val="188950339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Мониторинг топиков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Инструменты: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•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CLI tools</a:t>
            </a:r>
          </a:p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•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kafkacat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• UI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инструменты (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Manager,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Kowl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)</a:t>
            </a:r>
          </a:p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• JMX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метрики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03563707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Проблемы и их решение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Частые проблемы с топиками: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1. Неравномерное распределение по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партициям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Решение: правильный выбор ключа сообщения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2. Быстрый рост размера топика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Решение: настройка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retention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политик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3. Отставание потребителей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Решение: масштабирование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consumer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group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4. Нет ISR для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партиций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Решение: проверка сетевой связности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85512222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Гарантии доставки (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Delivery Semantics)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Три уровня гарантий доставки: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1.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At-most-once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(максимум один раз)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• Сообщение может быть потеряно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• Максимальная производительность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•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acks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=0,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autocommit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=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true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2.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At-least-once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(минимум один раз)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• Возможны дубликаты сообщений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• Баланс производительности и надежности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•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acks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=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all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,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автокоммит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с задержкой</a:t>
            </a:r>
          </a:p>
        </p:txBody>
      </p:sp>
    </p:spTree>
    <p:extLst>
      <p:ext uri="{BB962C8B-B14F-4D97-AF65-F5344CB8AC3E}">
        <p14:creationId xmlns:p14="http://schemas.microsoft.com/office/powerpoint/2010/main" val="369459776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Гарантии доставки (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Delivery Semantics)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Три уровня гарантий доставки: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3.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Exactly-once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(ровно один раз)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• Никаких потерь и дубликатов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• Требует транзакций и идемпотентности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•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enable.idempotence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=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true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,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transactions</a:t>
            </a:r>
            <a:endParaRPr lang="en-US" sz="2600" dirty="0"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04320939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Продюсеры — Паттерны использования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Типы продюсеров: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1. Синхронный продюсер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• Ожидает подтверждение каждой записи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• Надежно, но медленно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2. Асинхронный продюсер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• Отправляет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батчами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•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Callback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для обработки результатов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• Высокая производительность</a:t>
            </a:r>
          </a:p>
        </p:txBody>
      </p:sp>
    </p:spTree>
    <p:extLst>
      <p:ext uri="{BB962C8B-B14F-4D97-AF65-F5344CB8AC3E}">
        <p14:creationId xmlns:p14="http://schemas.microsoft.com/office/powerpoint/2010/main" val="32256034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Продюсеры — Паттерны использования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Типы продюсеров: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3. Транзакционный продюсер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• Атомарность нескольких операций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• Поддержка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exactly-once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семантики</a:t>
            </a:r>
          </a:p>
        </p:txBody>
      </p:sp>
    </p:spTree>
    <p:extLst>
      <p:ext uri="{BB962C8B-B14F-4D97-AF65-F5344CB8AC3E}">
        <p14:creationId xmlns:p14="http://schemas.microsoft.com/office/powerpoint/2010/main" val="104554101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Сериализация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данных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Форматы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сериализации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1.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StringSerializer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—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простой текст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2.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JSON —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человекочитаемый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формат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3.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Avro —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компактный, с поддержкой схем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4.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Protobuf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—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эффективный бинарный формат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5.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JSON Schema — JSON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 валидацией</a:t>
            </a:r>
          </a:p>
        </p:txBody>
      </p:sp>
    </p:spTree>
    <p:extLst>
      <p:ext uri="{BB962C8B-B14F-4D97-AF65-F5344CB8AC3E}">
        <p14:creationId xmlns:p14="http://schemas.microsoft.com/office/powerpoint/2010/main" val="342215293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Консюмеры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— Группы потребителей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Как работают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consumer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groups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:</a:t>
            </a:r>
          </a:p>
          <a:p>
            <a:pPr>
              <a:lnSpc>
                <a:spcPts val="4000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• Каждая группа независимо читает топик</a:t>
            </a:r>
          </a:p>
          <a:p>
            <a:pPr>
              <a:lnSpc>
                <a:spcPts val="4000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• Внутри группы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партиции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распределяются между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консюмерами</a:t>
            </a:r>
            <a:endParaRPr lang="ru-RU" sz="24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4000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• Одна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партиция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→ один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консюмер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в группе</a:t>
            </a:r>
          </a:p>
          <a:p>
            <a:pPr>
              <a:lnSpc>
                <a:spcPts val="4000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• Добавление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консюмера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→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ребалансировка</a:t>
            </a:r>
            <a:endParaRPr lang="ru-RU" sz="24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4000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Пример:</a:t>
            </a:r>
          </a:p>
          <a:p>
            <a:pPr>
              <a:lnSpc>
                <a:spcPts val="4000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Топик с 3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партициями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:</a:t>
            </a:r>
          </a:p>
          <a:p>
            <a:pPr>
              <a:lnSpc>
                <a:spcPts val="4000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• 1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консюмер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 в группе: читает все 3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партиции</a:t>
            </a:r>
            <a:endParaRPr lang="ru-RU" sz="24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4000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• 2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консюмера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: один читает 2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партиции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, другой — 1</a:t>
            </a:r>
          </a:p>
          <a:p>
            <a:pPr>
              <a:lnSpc>
                <a:spcPts val="4000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• 3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консюмера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: каждый читает по 1 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партиции</a:t>
            </a:r>
            <a:endParaRPr lang="ru-RU" sz="24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0334934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Ребалансировка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потребителей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Что такое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ребалансировка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• Перераспределение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партиций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между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консюмерами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• Происходит при: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- Добавлении/удалении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консюмера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- Изменении топиков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- Таймауте сессии</a:t>
            </a:r>
          </a:p>
          <a:p>
            <a:pPr>
              <a:lnSpc>
                <a:spcPts val="5774"/>
              </a:lnSpc>
            </a:pP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26158576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Ребалансировка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потребителей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Типы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ребалансировки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1.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Eager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(полная) — все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консюмеры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останавливаются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2.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Incremental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Cooperative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(инкрементальная) — минимальные простои</a:t>
            </a:r>
          </a:p>
        </p:txBody>
      </p:sp>
    </p:spTree>
    <p:extLst>
      <p:ext uri="{BB962C8B-B14F-4D97-AF65-F5344CB8AC3E}">
        <p14:creationId xmlns:p14="http://schemas.microsoft.com/office/powerpoint/2010/main" val="77561526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Чего избегать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Антипаттерны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1. Слишком много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партиций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(перегрузка ZK/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KRaft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2. Слишком большие сообщения (&gt;1MB)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3. Бесконечные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retry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без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backoff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4. Отсутствие мониторинга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consumer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lag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5. Игнорирование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ребалансировок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6. Использование одного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consumer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group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для разных задач</a:t>
            </a:r>
          </a:p>
        </p:txBody>
      </p:sp>
    </p:spTree>
    <p:extLst>
      <p:ext uri="{BB962C8B-B14F-4D97-AF65-F5344CB8AC3E}">
        <p14:creationId xmlns:p14="http://schemas.microsoft.com/office/powerpoint/2010/main" val="264125262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Практика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Лабораторная работа 2.1 — Работа с Admin API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Лабораторная работа 2.2 — Продюсеры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Лабораторная работа 2.3 —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Консюмеры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82131148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Модуль 3. Продвинутые возможности и использование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0565250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Потоковая обработка данных с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Streams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Streams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— это: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Библиотека для потоковой обработки, встраиваемая в Java/Scala приложения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Полная интеграция с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(топики — источник и приёмник данных)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Поддержка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exactly-once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семантики и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stateful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-операций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60545549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Ключевые абстракции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Streams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KStream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— бесконечный поток событий (ключ-значение)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KTable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— таблица, представляющая текущее состояние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changelog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GlobalKTable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— полная копия таблицы на каждом инстансе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Topology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— граф операторов, описывающий логику обработки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26307236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Основные операторы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Streams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Преобразования: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filter, map,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flatMap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groupByKey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,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groupBy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Агрегации: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count, reduce, aggregate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Оконные операции: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tumbling, hopping, session windows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Join'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ы: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stream-stream, stream-table, table-table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12648177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Пример топологии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Streams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endParaRPr lang="en-US" sz="2600" dirty="0">
              <a:latin typeface="Montserrat Medium" pitchFamily="2" charset="-52"/>
            </a:endParaRPr>
          </a:p>
        </p:txBody>
      </p:sp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7FC757CF-5E61-43D3-95AB-90DD243022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0980024"/>
              </p:ext>
            </p:extLst>
          </p:nvPr>
        </p:nvGraphicFramePr>
        <p:xfrm>
          <a:off x="886691" y="1079499"/>
          <a:ext cx="16140545" cy="87987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42971730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Интеграция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с другими системами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Connect —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промышленный фреймворк для интеграции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Отдельный сервис, масштабируется горизонтально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Source Connectors —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импорт данных в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Sink Connectors —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экспорт данных из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Работает в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standalone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или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distributed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режиме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51040501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Популярные коннекторы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Источники (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Source):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Debezium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— CDC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для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PostgreSQL, MySQL, MongoDB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JDBC Source —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периодический опрос БД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FileStream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Source —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чтение из файлов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Приёмники (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Sink):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Elasticsearch Sink —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для поиска и аналитики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S3 / HDFS Sink —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для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data lake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JDBC Sink —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запись в БД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JMS Sink —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интеграция с очередями сообщений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1676698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Управление схемами данных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Schema Registry —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контроль эволюции форматов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Централизованное хранение схем (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Avro,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Protobuf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, JSON Schema)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Проверка совместимости: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backward, forward, full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Использование: продюсеры и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консюмеры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регистрируют/получают схемы по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ID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67531316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Администрирование и мониторинг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Ключевые аспекты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production-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кластера: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Безопасность (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Security)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Мониторинг (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Monitoring)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Тюнинг производительности (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Performance Tuning)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Аварийное восстановление (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Disaster Recovery)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69870375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Безопасность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Три уровня защиты:</a:t>
            </a:r>
          </a:p>
          <a:p>
            <a:pPr marL="514350" indent="-514350">
              <a:lnSpc>
                <a:spcPts val="5774"/>
              </a:lnSpc>
              <a:buFont typeface="+mj-lt"/>
              <a:buAutoNum type="arabicPeriod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Аутентификация (SASL)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SCRAM, PLAIN,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Kerberos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(GSSAPI)</a:t>
            </a:r>
          </a:p>
          <a:p>
            <a:pPr marL="514350" indent="-514350">
              <a:lnSpc>
                <a:spcPts val="5774"/>
              </a:lnSpc>
              <a:buFont typeface="+mj-lt"/>
              <a:buAutoNum type="arabicPeriod" startAt="2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Авторизация (ACL)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Контроль доступа к топикам, группам, кластеру</a:t>
            </a:r>
          </a:p>
          <a:p>
            <a:pPr marL="514350" indent="-514350">
              <a:lnSpc>
                <a:spcPts val="5774"/>
              </a:lnSpc>
              <a:buFont typeface="+mj-lt"/>
              <a:buAutoNum type="arabicPeriod" startAt="3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Шифрование (SSL/TLS)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Защита данных в сети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6139598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Мониторинг: ключевые метрики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Для брокера: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Request latency (99-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й перцентиль)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Network throughput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Under-replicated partitions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Offline partitions count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Disk usage</a:t>
            </a:r>
          </a:p>
          <a:p>
            <a:pPr>
              <a:lnSpc>
                <a:spcPts val="5774"/>
              </a:lnSpc>
            </a:pP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43694356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Мониторинг: ключевые метрики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Для потребителей: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Consumer lag —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самый важный показатель!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Records consumed per second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Commit rate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67699926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Стек мониторинга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(JMX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метрики)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     ↓</a:t>
            </a:r>
          </a:p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Prometheus (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сбор)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     ↓</a:t>
            </a:r>
          </a:p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Grafana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дашборды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       ↓</a:t>
            </a:r>
          </a:p>
          <a:p>
            <a:pPr>
              <a:lnSpc>
                <a:spcPts val="5774"/>
              </a:lnSpc>
            </a:pP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Alertmanager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(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оповещения)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25718155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Операционные задачи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Рутинные операции: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Добавление/удаление брокера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Увеличение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партиций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топика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Перераспределение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партиций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reassign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partitions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Обновление конфигурации на лету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74350249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Тюнинг производительности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Продюсер: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batch.size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(16-64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КБ)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linger.ms (5-100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мс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compression.type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(snappy, lz4,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zstd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)</a:t>
            </a:r>
          </a:p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Консюмер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fetch.min.bytes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(1-5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КБ)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max.poll.records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(100-5000)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Настройка размера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thread pool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200358886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Резервное копирование и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DR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Стратегии: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Репликация между кластерами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MirrorMaker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2)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Регулярный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снапшот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топиков в S3/HDFS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Backup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конфигураций ACL, схем, коннекторов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План аварийного восстановления (RTO/RPO)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55759225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Антипаттерны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эксплуатации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Чего избегать: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auto.create.topics.enable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=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true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в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production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Слишком много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партиций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(&gt; 1000 на брокер)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Отсутствие мониторинга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lag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Игнорирование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ребалансировок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Хранение данных бесконечно без политик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cleanup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6932820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Практические задания модуля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Лабораторная 3.1: Создание приложения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Streams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для подсчёта событий в окне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Лабораторная 3.2: Настройка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пайплайна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PostgreSQL → Kafka → Elasticsearch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через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Connect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Лабораторная 3.3: Настройка мониторинга кластера с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Prometheus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алертов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на лаг</a:t>
            </a:r>
          </a:p>
        </p:txBody>
      </p:sp>
    </p:spTree>
    <p:extLst>
      <p:ext uri="{BB962C8B-B14F-4D97-AF65-F5344CB8AC3E}">
        <p14:creationId xmlns:p14="http://schemas.microsoft.com/office/powerpoint/2010/main" val="351459144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Модуль 4.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63674612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: SQL для потоковой обработки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— это событийная база данных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event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streaming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database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 для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Это инструмент, который позволяет использовать язык SQL для: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чтения, записи и обработки данных в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в реальном времени,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без написания сложного кода.</a:t>
            </a:r>
          </a:p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использует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Streams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под капотом,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предоставляет REST API и CLI для взаимодействия,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позволяет создавать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пайплайны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через SQL-команды.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764824203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Ключевые абстракции: STREAM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vs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TABLE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STREAM (Поток)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представляет собой неограниченную последовательность событий (лог),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аналог топика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в режиме "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append-only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" (только добавление).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Пример: история кликов, список транзакций,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логи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серверов.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788639430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Ключевые абстракции: STREAM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vs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TABLE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TABLE (Таблица)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представляет собой текущее состояние потока событий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changelog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),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аналог таблицы в базе данных (последнее состояние по ключу).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Пример: текущий баланс клиента, активная сессия пользователя, актуальная корзина.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Отличие: Stream = что произошло (история),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Table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= что происходит сейчас (состояние).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68442414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Непрерывные запросы (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Continuous Queries)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поддерживает два типа запросов: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1. PUSH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Query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Push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-запросы)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выполняются непрерывно;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возвращают результаты по мере поступления новых данных;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используются для мониторинга и стриминга.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Пример: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SELECT * FROM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orders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WHERE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amount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&gt; 1000 EMIT CHANGES;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741449737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Непрерывные запросы (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Continuous Queries)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поддерживает два типа запросов: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2. PULL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Query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(Pull-запросы)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запрашивают текущее состояние на данный момент;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выполняются один раз, как в обычной SQL БД;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используются для интерактивной аналитики.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Пример: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SELECT * FROM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orders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WHERE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id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= 'ORD-001';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79249746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Оконные функции и агрегации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Для аналитики во времени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поддерживает окна: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TUMBLING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Скольящие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фиксированный размер, без перекрытия.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Пример: подсчет суммы продаж каждые 5 минут.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HOPPING (Прыгающие)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фиксированный размер, с перекрытием.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Пример: подсчет суммы продаж за 1 минуту, обновляемый каждые 10 секунд.</a:t>
            </a:r>
          </a:p>
        </p:txBody>
      </p:sp>
    </p:spTree>
    <p:extLst>
      <p:ext uri="{BB962C8B-B14F-4D97-AF65-F5344CB8AC3E}">
        <p14:creationId xmlns:p14="http://schemas.microsoft.com/office/powerpoint/2010/main" val="181874074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Оконные функции и агрегации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Для аналитики во времени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поддерживает окна: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SESSION (Сессионные)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динамический размер, основанный на активности пользователя.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Пример: анализ сессии пользователя на сайте (пока есть клики).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Агрегации: SUM, COUNT, AVG, MAX, MIN, DISTINCT.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384275878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Трансформации и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Enrichment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(Обогащение данных)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позволяет трансформировать данные "на лету":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Создание новых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STREAM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из существующих:</a:t>
            </a:r>
          </a:p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CREATE STREAM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filtered_orders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AS SELECT * FROM orders WHERE status = 'PAID' EMIT CHANGES;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Обогащение данных (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JOIN):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Объединение потока заказов (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Stream)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 таблицей пользователей (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Table)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для добавления информации о лояльности.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Изменение формата данных: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Автоматическое преобразование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JSON, AVRO,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Protobuf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322962167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Интеграция с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Connect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часто используется вместе с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Connect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для создания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пайплайнов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Источники (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Source Connectors)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импорт данных в реальном времени в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Примеры: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JDBC (PostgreSQL), Elasticsearch, CDC (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Debezium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2899112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Интеграция с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Connect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217219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Приемники (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Sink Connectors)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экспорт результатов обработки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во внешние системы.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Примеры: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Elasticsearch (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для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дашбордов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),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PostgreSQL (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для репортов).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Встроенный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Connect worker:</a:t>
            </a:r>
          </a:p>
          <a:p>
            <a:pPr>
              <a:lnSpc>
                <a:spcPts val="5774"/>
              </a:lnSpc>
            </a:pP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Server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может запускать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Connect worker'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ов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, работая как "единая точка входа" для всего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пайплайна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128500868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Развертывание и Транзакции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454577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Режимы работы: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Standalone Mode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для разработки и тестов.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Clustered Mode (HA)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для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production (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несколько инстансов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).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Транзакции:</a:t>
            </a:r>
          </a:p>
          <a:p>
            <a:pPr>
              <a:lnSpc>
                <a:spcPts val="5774"/>
              </a:lnSpc>
            </a:pP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поддерживает транзакционную запись,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гарантирует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Exactly-Once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семантику при записи результатов обработки обратно в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Kafka.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081897123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Пример архитектуры с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454577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PostgreSQL (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База заказов)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↓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Debezium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(CDC)</a:t>
            </a:r>
          </a:p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(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Топик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orders)</a:t>
            </a:r>
          </a:p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↓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(Aggregations / Windows)</a:t>
            </a:r>
          </a:p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(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Топик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revenue_by_5min)</a:t>
            </a:r>
          </a:p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↓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ElasticSearch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Sink</a:t>
            </a:r>
          </a:p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Grafana / Kibana (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Визуализация)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29788255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Преимущества использования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454577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Низкий порог входа: знание SQL достаточно для работы с потоками.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Скорость разработки: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пайплайны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создаются за минуты, а не дни.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Унификация: один инструмент для чтения, обработки и записи потоков.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Интеграция: нативная работа с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Connect.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030253398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vs Kafka Streams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454577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Интерфейс: SQL.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Сложность: Низкая.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Случаи: Быстрая разработка, аналитика, интеграции.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Streams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Интерфейс: Java/Scala API.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Сложность: Высокая.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Случаи: Сложная бизнес-логика, точный контроль над состоянием, встраивание в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микросервис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67360974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Практика: работа с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454577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lnSpc>
                <a:spcPts val="5774"/>
              </a:lnSpc>
              <a:buFont typeface="+mj-lt"/>
              <a:buAutoNum type="arabicPeriod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Установка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Server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на кластер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Kafka.</a:t>
            </a:r>
          </a:p>
          <a:p>
            <a:pPr marL="514350" indent="-514350">
              <a:lnSpc>
                <a:spcPts val="5774"/>
              </a:lnSpc>
              <a:buFont typeface="+mj-lt"/>
              <a:buAutoNum type="arabicPeriod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Настройка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Connect (PostgreSQL Source, Elastic Sink).</a:t>
            </a:r>
          </a:p>
          <a:p>
            <a:pPr marL="514350" indent="-514350">
              <a:lnSpc>
                <a:spcPts val="5774"/>
              </a:lnSpc>
              <a:buFont typeface="+mj-lt"/>
              <a:buAutoNum type="arabicPeriod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Создание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STREAM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TABLE.</a:t>
            </a:r>
          </a:p>
          <a:p>
            <a:pPr marL="514350" indent="-514350">
              <a:lnSpc>
                <a:spcPts val="5774"/>
              </a:lnSpc>
              <a:buFont typeface="+mj-lt"/>
              <a:buAutoNum type="arabicPeriod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Реализация оконной агрегации (выручка за 30 сек).</a:t>
            </a:r>
          </a:p>
          <a:p>
            <a:pPr marL="514350" indent="-514350">
              <a:lnSpc>
                <a:spcPts val="5774"/>
              </a:lnSpc>
              <a:buFont typeface="+mj-lt"/>
              <a:buAutoNum type="arabicPeriod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Визуализация данных в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OpenSearch.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Результат: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Полный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ETL-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пайплайн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от транзакционной БД до системы аналитики без единой строчки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Java-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кода.</a:t>
            </a: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161962744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Модуль 5: AI и Machine Learning с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endParaRPr lang="en-US" sz="2600" dirty="0"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784764"/>
            <a:ext cx="1454577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lnSpc>
                <a:spcPts val="5774"/>
              </a:lnSpc>
              <a:buFont typeface="+mj-lt"/>
              <a:buAutoNum type="arabicPeriod"/>
            </a:pPr>
            <a:endParaRPr lang="en-US" sz="26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4088102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Роль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 мире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AI (Real-time vs Batch)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375331"/>
            <a:ext cx="1454577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Традиционный подход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Batch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Processing)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Данные накапливаются в хранилищах (Data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Lake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 или базах данных.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Обработка (ETL) запускается по расписанию (раз в ночь, раз в неделю).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Модель делает предсказания на основе «вчерашнего» дня.</a:t>
            </a:r>
          </a:p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Плюсы: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Проще в реализации.</a:t>
            </a:r>
          </a:p>
          <a:p>
            <a:pPr>
              <a:lnSpc>
                <a:spcPts val="5774"/>
              </a:lnSpc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Минусы: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Высокая задержка (</a:t>
            </a:r>
            <a:r>
              <a:rPr lang="ru-RU" sz="2400" dirty="0" err="1">
                <a:solidFill>
                  <a:srgbClr val="09135A"/>
                </a:solidFill>
                <a:latin typeface="Montserrat Medium" pitchFamily="2" charset="-52"/>
              </a:rPr>
              <a:t>Latency</a:t>
            </a: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): вы реагируете на события постфактум.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Устаревшие данные: к моменту обучения контекст мог измениться.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9135A"/>
                </a:solidFill>
                <a:latin typeface="Montserrat Medium" pitchFamily="2" charset="-52"/>
              </a:rPr>
              <a:t>Высокая нагрузка пиками: ночью серверы работают на износ, днем простаивают.</a:t>
            </a:r>
            <a:endParaRPr lang="en-US" sz="24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131496618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Роль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 мире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AI (Real-time vs Batch)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375331"/>
            <a:ext cx="1454577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Современный подход (Real-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time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AI)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Данные сразу попадают в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и не ждут ночной выгрузки.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Модель (или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Inference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-сервис) получает события мгновенно.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Решения принимаются в потоке, в миллисекунды после события.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Где это критично: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Превентивная блокировка карточки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фрод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 до списания денег.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Биржевой трейдинг (HFT).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Динамические рекламные баннеры во время загрузки страницы.</a:t>
            </a:r>
            <a:endParaRPr lang="en-US" sz="24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584216651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Роль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 мире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AI (Real-time vs Batch)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375331"/>
            <a:ext cx="1454577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как «Нервная система» AI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не хранит модель, она соединяет данные с моделью.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Задачи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в AI: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Централизованный сбор признаков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Features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 из разных источников (клики, БД,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IoT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Интеграция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Batch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и Real-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time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: модель учится на больших данных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Batch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), но применяется на потоке (Real-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time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Online Learning: отправка результатов предсказаний обратно в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для переобучения модели в реальном времени.</a:t>
            </a:r>
            <a:endParaRPr lang="en-US" sz="24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68765260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Real-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time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Inference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: Как модели работают в потоке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375331"/>
            <a:ext cx="1454577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Inference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(Вывод/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Инференс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 — это этап, когда обученная модель используется для предсказания на новых данных.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 режиме реального времени: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Входные данные — это бесконечный поток событий.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Модель должна обрабатывать их с низкой задержкой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low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latency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Обработка должна быть устойчивой к сбоям (мы не можем потерять событие о подозрительной транзакции).</a:t>
            </a:r>
            <a:endParaRPr lang="en-US" sz="24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48176672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Real-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time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Inference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: Как модели работают в потоке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375331"/>
            <a:ext cx="1454577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Inference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(Вывод/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Инференс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 — это этап, когда обученная модель используется для предсказания на новых данных.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 режиме реального времени: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Входные данные — это бесконечный поток событий.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Модель должна обрабатывать их с низкой задержкой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low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latency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Обработка должна быть устойчивой к сбоям (мы не можем потерять событие о подозрительной транзакции).</a:t>
            </a:r>
            <a:endParaRPr lang="en-US" sz="24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978488415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Архитектура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пайплайна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375331"/>
            <a:ext cx="1454577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lnSpc>
                <a:spcPts val="5774"/>
              </a:lnSpc>
              <a:buFont typeface="+mj-lt"/>
              <a:buAutoNum type="arabicPeriod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Сбор данных: Источники (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Mobile App, Web, IoT)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отправляют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JSON-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события в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Topic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raw_events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  <a:p>
            <a:pPr marL="514350" indent="-514350">
              <a:lnSpc>
                <a:spcPts val="5774"/>
              </a:lnSpc>
              <a:buFont typeface="+mj-lt"/>
              <a:buAutoNum type="arabicPeriod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Подготовка признаков (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Feature Engineering):</a:t>
            </a:r>
          </a:p>
          <a:p>
            <a:pPr marL="514350" indent="-51435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Streams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или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обогащают данные (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Join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 профилем пользователя из БД).</a:t>
            </a:r>
          </a:p>
        </p:txBody>
      </p:sp>
    </p:spTree>
    <p:extLst>
      <p:ext uri="{BB962C8B-B14F-4D97-AF65-F5344CB8AC3E}">
        <p14:creationId xmlns:p14="http://schemas.microsoft.com/office/powerpoint/2010/main" val="2320051803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Архитектура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пайплайна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375331"/>
            <a:ext cx="1454577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lnSpc>
                <a:spcPts val="5774"/>
              </a:lnSpc>
              <a:buFont typeface="+mj-lt"/>
              <a:buAutoNum type="arabicPeriod" startAt="3"/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Инференс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(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Inference Service):</a:t>
            </a:r>
          </a:p>
          <a:p>
            <a:pPr marL="514350" indent="-51435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Микросервис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на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Python/Java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подписывается на подготовленный топик.</a:t>
            </a:r>
          </a:p>
          <a:p>
            <a:pPr marL="514350" indent="-51435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Загружает модель (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TensorFlow,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PyTorch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, ONNX)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 память.</a:t>
            </a:r>
          </a:p>
          <a:p>
            <a:pPr marL="514350" indent="-51435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Делает предсказание для каждого сообщения.</a:t>
            </a:r>
          </a:p>
          <a:p>
            <a:pPr marL="514350" indent="-514350">
              <a:lnSpc>
                <a:spcPts val="5774"/>
              </a:lnSpc>
              <a:buFont typeface="+mj-lt"/>
              <a:buAutoNum type="arabicPeriod" startAt="4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Действие (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Action):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Результат (например,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is_fraud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: true)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отправляется в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Консьюмер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-сигнализатор блокирует операцию или отправляет уведомление.</a:t>
            </a:r>
            <a:endParaRPr lang="en-US" sz="24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980527563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Ключевые вызовы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Real-time Inference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375331"/>
            <a:ext cx="1454577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Пропускная способность: модель должна успевать обрабатывать пики нагрузки (например, в Черную пятницу).</a:t>
            </a:r>
          </a:p>
          <a:p>
            <a:pPr marL="514350" indent="-51435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Обработка «хвоста»: задержка 99-го перцентиля должна быть минимальной.</a:t>
            </a:r>
          </a:p>
          <a:p>
            <a:pPr marL="514350" indent="-51435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Холодный старт: модель должна быть загружена в память до начала обработки потока.</a:t>
            </a:r>
          </a:p>
          <a:p>
            <a:pPr marL="514350" indent="-51435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Синхронизация: версия модели, развернутой в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продакшене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, должна соответствовать ожидаемым данным.</a:t>
            </a:r>
            <a:endParaRPr lang="en-US" sz="24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801195908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RAG-архитектура и LLM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ChatGPT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и ваши данные)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375331"/>
            <a:ext cx="1454577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LLM (GPT-4,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Llama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 обучены на статическом наборе данных.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Они «знают» всё, что было в интернете на момент обучения, но не знают:</a:t>
            </a:r>
          </a:p>
          <a:p>
            <a:pPr marL="514350" indent="-51435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Внутренней документации вашей компании.</a:t>
            </a:r>
          </a:p>
          <a:p>
            <a:pPr marL="514350" indent="-51435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Актуальных цен в базе данных.</a:t>
            </a:r>
          </a:p>
          <a:p>
            <a:pPr marL="514350" indent="-51435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Переписки с клиентом в CRM.</a:t>
            </a:r>
          </a:p>
          <a:p>
            <a:pPr marL="514350" indent="-51435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Результат: LLM может «галлюцинировать» или выдавать устаревшую информацию.</a:t>
            </a:r>
            <a:endParaRPr lang="en-US" sz="24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153539466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RAG-архитектура и LLM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ChatGPT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и ваши данные)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375331"/>
            <a:ext cx="1454577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Идея: дадим модели возможность «подсматривать» в актуальные документы перед ответом.</a:t>
            </a:r>
          </a:p>
          <a:p>
            <a:pPr marL="514350" indent="-51435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Алгоритм RAG:</a:t>
            </a:r>
          </a:p>
          <a:p>
            <a:pPr marL="514350" indent="-514350">
              <a:lnSpc>
                <a:spcPts val="5774"/>
              </a:lnSpc>
              <a:buFont typeface="+mj-lt"/>
              <a:buAutoNum type="arabicPeriod"/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Embedding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: Текстовые документы переводятся в векторы (числа) и хранятся в Векторной БД.</a:t>
            </a:r>
          </a:p>
          <a:p>
            <a:pPr marL="514350" indent="-514350">
              <a:lnSpc>
                <a:spcPts val="5774"/>
              </a:lnSpc>
              <a:buFont typeface="+mj-lt"/>
              <a:buAutoNum type="arabicPeriod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Поиск: Когда пользователь задает вопрос, система находит документы с близким смыслом (ближайшие векторы).</a:t>
            </a:r>
          </a:p>
          <a:p>
            <a:pPr marL="514350" indent="-514350">
              <a:lnSpc>
                <a:spcPts val="5774"/>
              </a:lnSpc>
              <a:buFont typeface="+mj-lt"/>
              <a:buAutoNum type="arabicPeriod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Генерация: Найденный текст и вопрос пользователя отправляются в LLM с инструкцией: «Ответь на вопрос, используя только этот контекст».</a:t>
            </a:r>
            <a:endParaRPr lang="en-US" sz="24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392443601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RAG-архитектура и LLM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ChatGPT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и ваши данные)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375331"/>
            <a:ext cx="1454577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Роль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в RAG (Data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Pipeline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для знаний)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Самое сложное в RAG — поддерживать базу знаний в актуальном состоянии.</a:t>
            </a:r>
          </a:p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решает эту задачу через CDC (Change Data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Capture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):</a:t>
            </a:r>
          </a:p>
          <a:p>
            <a:pPr marL="514350" indent="-514350">
              <a:lnSpc>
                <a:spcPts val="5774"/>
              </a:lnSpc>
              <a:buFont typeface="+mj-lt"/>
              <a:buAutoNum type="arabicPeriod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Сотрудник меняет документ в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Confluence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или запись в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PostgreSQL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  <a:p>
            <a:pPr marL="514350" indent="-514350">
              <a:lnSpc>
                <a:spcPts val="5774"/>
              </a:lnSpc>
              <a:buFont typeface="+mj-lt"/>
              <a:buAutoNum type="arabicPeriod"/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Debezium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(через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Connect) ловит изменение и отправляет событие в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  <a:p>
            <a:pPr marL="514350" indent="-514350">
              <a:lnSpc>
                <a:spcPts val="5774"/>
              </a:lnSpc>
              <a:buFont typeface="+mj-lt"/>
              <a:buAutoNum type="arabicPeriod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Python-сервис читает событие, переводит текст в вектор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Embedding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).</a:t>
            </a:r>
          </a:p>
          <a:p>
            <a:pPr marL="514350" indent="-514350">
              <a:lnSpc>
                <a:spcPts val="5774"/>
              </a:lnSpc>
              <a:buFont typeface="+mj-lt"/>
              <a:buAutoNum type="arabicPeriod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Вектор обновляется в Векторной БД.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Результат: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Chatbot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узнает об изменениях через секунды, а не после переобучения модели.</a:t>
            </a:r>
            <a:endParaRPr lang="en-US" sz="24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96441622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и ML: Предсказания на SQL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375331"/>
            <a:ext cx="1454577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Роль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в RAG (Data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Pipeline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для знаний)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Самое сложное в RAG — поддерживать базу знаний в актуальном состоянии.</a:t>
            </a:r>
          </a:p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решает эту задачу через CDC (Change Data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Capture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):</a:t>
            </a:r>
          </a:p>
          <a:p>
            <a:pPr marL="514350" indent="-514350">
              <a:lnSpc>
                <a:spcPts val="5774"/>
              </a:lnSpc>
              <a:buFont typeface="+mj-lt"/>
              <a:buAutoNum type="arabicPeriod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Сотрудник меняет документ в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Confluence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или запись в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PostgreSQL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  <a:p>
            <a:pPr marL="514350" indent="-514350">
              <a:lnSpc>
                <a:spcPts val="5774"/>
              </a:lnSpc>
              <a:buFont typeface="+mj-lt"/>
              <a:buAutoNum type="arabicPeriod"/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Debezium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(через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Connect) ловит изменение и отправляет событие в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  <a:p>
            <a:pPr marL="514350" indent="-514350">
              <a:lnSpc>
                <a:spcPts val="5774"/>
              </a:lnSpc>
              <a:buFont typeface="+mj-lt"/>
              <a:buAutoNum type="arabicPeriod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Python-сервис читает событие, переводит текст в вектор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Embedding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).</a:t>
            </a:r>
          </a:p>
          <a:p>
            <a:pPr marL="514350" indent="-514350">
              <a:lnSpc>
                <a:spcPts val="5774"/>
              </a:lnSpc>
              <a:buFont typeface="+mj-lt"/>
              <a:buAutoNum type="arabicPeriod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Вектор обновляется в Векторной БД.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Результат: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Chatbot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узнает об изменениях через секунды, а не после переобучения модели.</a:t>
            </a:r>
            <a:endParaRPr lang="en-US" sz="24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14133916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и ML: Предсказания на SQL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375331"/>
            <a:ext cx="1454577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Почему SQL в Machine Learning?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Data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Scientists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и аналитики часто не пишут код на Java или Scala для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Streams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Им нужно быстро проверять гипотезы и внедрять модели.</a:t>
            </a:r>
          </a:p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позволяет использовать привычный SQL для работы с потоками данных в реальном времени</a:t>
            </a:r>
            <a:endParaRPr lang="en-US" sz="2400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46248369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и ML: Предсказания на SQL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375331"/>
            <a:ext cx="1454577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Самый трудоемкий этап ML — </a:t>
            </a: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создание признаков (</a:t>
            </a:r>
            <a:r>
              <a:rPr lang="ru-RU" sz="2600" b="1" dirty="0" err="1">
                <a:solidFill>
                  <a:srgbClr val="09135A"/>
                </a:solidFill>
                <a:latin typeface="Montserrat Medium" pitchFamily="2" charset="-52"/>
              </a:rPr>
              <a:t>Features</a:t>
            </a:r>
            <a:r>
              <a:rPr lang="ru-RU" sz="2600" b="1" dirty="0">
                <a:solidFill>
                  <a:srgbClr val="09135A"/>
                </a:solidFill>
                <a:latin typeface="Montserrat Medium" pitchFamily="2" charset="-52"/>
              </a:rPr>
              <a:t>).</a:t>
            </a:r>
          </a:p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позволяет делать это «на лету»: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Оконные функции:</a:t>
            </a:r>
          </a:p>
          <a:p>
            <a:pPr>
              <a:lnSpc>
                <a:spcPts val="5774"/>
              </a:lnSpc>
            </a:pPr>
            <a:r>
              <a:rPr lang="en-US" dirty="0">
                <a:latin typeface="Montserrat Medium" pitchFamily="2" charset="-52"/>
              </a:rPr>
              <a:t>SELECT </a:t>
            </a:r>
            <a:r>
              <a:rPr lang="en-US" dirty="0" err="1">
                <a:latin typeface="Montserrat Medium" pitchFamily="2" charset="-52"/>
              </a:rPr>
              <a:t>user_id</a:t>
            </a:r>
            <a:r>
              <a:rPr lang="en-US" dirty="0">
                <a:latin typeface="Montserrat Medium" pitchFamily="2" charset="-52"/>
              </a:rPr>
              <a:t>,</a:t>
            </a:r>
          </a:p>
          <a:p>
            <a:pPr>
              <a:lnSpc>
                <a:spcPts val="5774"/>
              </a:lnSpc>
            </a:pPr>
            <a:r>
              <a:rPr lang="en-US" dirty="0">
                <a:latin typeface="Montserrat Medium" pitchFamily="2" charset="-52"/>
              </a:rPr>
              <a:t>       COUNT(*) OVER (PARTITION BY </a:t>
            </a:r>
            <a:r>
              <a:rPr lang="en-US" dirty="0" err="1">
                <a:latin typeface="Montserrat Medium" pitchFamily="2" charset="-52"/>
              </a:rPr>
              <a:t>user_id</a:t>
            </a:r>
            <a:r>
              <a:rPr lang="en-US" dirty="0">
                <a:latin typeface="Montserrat Medium" pitchFamily="2" charset="-52"/>
              </a:rPr>
              <a:t> ORDER BY ROWTIME() RANGE BETWEEN INTERVAL 1 HOUR PRECEDING AND CURRENT ROW) as </a:t>
            </a:r>
            <a:r>
              <a:rPr lang="en-US" dirty="0" err="1">
                <a:latin typeface="Montserrat Medium" pitchFamily="2" charset="-52"/>
              </a:rPr>
              <a:t>clicks_last_hour</a:t>
            </a:r>
            <a:endParaRPr lang="en-US" dirty="0"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en-US" dirty="0">
                <a:latin typeface="Montserrat Medium" pitchFamily="2" charset="-52"/>
              </a:rPr>
              <a:t>FROM </a:t>
            </a:r>
            <a:r>
              <a:rPr lang="en-US" dirty="0" err="1">
                <a:latin typeface="Montserrat Medium" pitchFamily="2" charset="-52"/>
              </a:rPr>
              <a:t>clicks_stream</a:t>
            </a:r>
            <a:endParaRPr lang="ru-RU" dirty="0"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Агрегации: сумма покупок, средний чек, частота действий. 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Джойны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(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Joins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): объединение потока кликов с таблицей профилей пользователей для добавления возраста, пола или города.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383201178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и ML: Предсказания на SQL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375331"/>
            <a:ext cx="1454577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поддерживает вызов внешних функций (UDF — User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Defined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Functions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Сценарий:</a:t>
            </a:r>
          </a:p>
          <a:p>
            <a:pPr marL="514350" indent="-514350">
              <a:lnSpc>
                <a:spcPts val="5774"/>
              </a:lnSpc>
              <a:buFont typeface="+mj-lt"/>
              <a:buAutoNum type="arabicPeriod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Вы написали функцию на Python, которая загружает модель.</a:t>
            </a:r>
          </a:p>
          <a:p>
            <a:pPr marL="514350" indent="-514350">
              <a:lnSpc>
                <a:spcPts val="5774"/>
              </a:lnSpc>
              <a:buFont typeface="+mj-lt"/>
              <a:buAutoNum type="arabicPeriod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Зарегистрировали её в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  <a:p>
            <a:pPr marL="514350" indent="-514350">
              <a:lnSpc>
                <a:spcPts val="5774"/>
              </a:lnSpc>
              <a:buFont typeface="+mj-lt"/>
              <a:buAutoNum type="arabicPeriod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Теперь вы можете делать предсказания прямо в запросе:</a:t>
            </a:r>
          </a:p>
          <a:p>
            <a:pPr>
              <a:lnSpc>
                <a:spcPts val="5774"/>
              </a:lnSpc>
            </a:pPr>
            <a:r>
              <a:rPr lang="en-US" dirty="0">
                <a:latin typeface="Montserrat Medium" pitchFamily="2" charset="-52"/>
              </a:rPr>
              <a:t>SELECT </a:t>
            </a:r>
            <a:r>
              <a:rPr lang="en-US" dirty="0" err="1">
                <a:latin typeface="Montserrat Medium" pitchFamily="2" charset="-52"/>
              </a:rPr>
              <a:t>transaction_id</a:t>
            </a:r>
            <a:r>
              <a:rPr lang="en-US" dirty="0">
                <a:latin typeface="Montserrat Medium" pitchFamily="2" charset="-52"/>
              </a:rPr>
              <a:t>,</a:t>
            </a:r>
            <a:r>
              <a:rPr lang="ru-RU" dirty="0">
                <a:latin typeface="Montserrat Medium" pitchFamily="2" charset="-52"/>
              </a:rPr>
              <a:t> </a:t>
            </a:r>
            <a:r>
              <a:rPr lang="en-US" dirty="0">
                <a:latin typeface="Montserrat Medium" pitchFamily="2" charset="-52"/>
              </a:rPr>
              <a:t> amount,</a:t>
            </a:r>
          </a:p>
          <a:p>
            <a:pPr>
              <a:lnSpc>
                <a:spcPts val="5774"/>
              </a:lnSpc>
            </a:pPr>
            <a:r>
              <a:rPr lang="en-US" dirty="0">
                <a:latin typeface="Montserrat Medium" pitchFamily="2" charset="-52"/>
              </a:rPr>
              <a:t>       PREDICT_FRAUD_RISK(amount, </a:t>
            </a:r>
            <a:r>
              <a:rPr lang="en-US" dirty="0" err="1">
                <a:latin typeface="Montserrat Medium" pitchFamily="2" charset="-52"/>
              </a:rPr>
              <a:t>merchant_category</a:t>
            </a:r>
            <a:r>
              <a:rPr lang="en-US" dirty="0">
                <a:latin typeface="Montserrat Medium" pitchFamily="2" charset="-52"/>
              </a:rPr>
              <a:t>) as </a:t>
            </a:r>
            <a:r>
              <a:rPr lang="en-US" dirty="0" err="1">
                <a:latin typeface="Montserrat Medium" pitchFamily="2" charset="-52"/>
              </a:rPr>
              <a:t>risk_score</a:t>
            </a:r>
            <a:endParaRPr lang="en-US" dirty="0"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en-US" dirty="0">
                <a:latin typeface="Montserrat Medium" pitchFamily="2" charset="-52"/>
              </a:rPr>
              <a:t>FROM </a:t>
            </a:r>
            <a:r>
              <a:rPr lang="en-US" dirty="0" err="1">
                <a:latin typeface="Montserrat Medium" pitchFamily="2" charset="-52"/>
              </a:rPr>
              <a:t>transactions_stream</a:t>
            </a:r>
            <a:endParaRPr lang="en-US" dirty="0">
              <a:latin typeface="Montserrat Medium" pitchFamily="2" charset="-52"/>
            </a:endParaRPr>
          </a:p>
          <a:p>
            <a:pPr>
              <a:lnSpc>
                <a:spcPts val="5774"/>
              </a:lnSpc>
            </a:pPr>
            <a:r>
              <a:rPr lang="en-US" dirty="0">
                <a:latin typeface="Montserrat Medium" pitchFamily="2" charset="-52"/>
              </a:rPr>
              <a:t>EMIT CHANGES;</a:t>
            </a:r>
          </a:p>
        </p:txBody>
      </p:sp>
    </p:spTree>
    <p:extLst>
      <p:ext uri="{BB962C8B-B14F-4D97-AF65-F5344CB8AC3E}">
        <p14:creationId xmlns:p14="http://schemas.microsoft.com/office/powerpoint/2010/main" val="1909930397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Python-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экосистема для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Data Scientist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375331"/>
            <a:ext cx="1454577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Python —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стандарт де-факто в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Data Science (Pandas, Scikit-learn,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PyTorch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).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Для работы с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Python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существует несколько уровней инструментов: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Клиенты (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Low-level).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Фреймворки стриминга (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High-level).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Интеграционные библиотеки.</a:t>
            </a:r>
            <a:endParaRPr lang="en-US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316841115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Python-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экосистема для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Data Scientist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375331"/>
            <a:ext cx="1454577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1. Клиенты: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confluent-kafka-python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Надежная библиотека-обертка над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librdkafka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(написана на C).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Обеспечивает высокую производительность.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Для чего: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Отправка результатов обучения в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Чтение потоков для оффлайн-анализа (запись в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Parquet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для Data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Lake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).</a:t>
            </a:r>
            <a:endParaRPr lang="en-US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130970053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Python-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экосистема для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Data Scientist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375331"/>
            <a:ext cx="1454577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2. Фреймворки: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Faust &amp;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Streamiz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Faust: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библиотека для стриминга, которая выглядит как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Django.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Позволяет писать обработчики как асинхронные функции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Python.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Streamiz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 (Kafka Streams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для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Python):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упрощенная реализация абстракций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Kafka Streams (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KTable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, </a:t>
            </a:r>
            <a:r>
              <a:rPr lang="en-US" sz="2600" dirty="0" err="1">
                <a:solidFill>
                  <a:srgbClr val="09135A"/>
                </a:solidFill>
                <a:latin typeface="Montserrat Medium" pitchFamily="2" charset="-52"/>
              </a:rPr>
              <a:t>KStream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) 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на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Python.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Для чего: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Создание топологий обработки агрегаций и окон без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Java.</a:t>
            </a:r>
            <a:endParaRPr lang="en-US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11701340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Python-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экосистема для 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Data Scientist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375331"/>
            <a:ext cx="1454577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3.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Quix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Streams</a:t>
            </a:r>
            <a:endParaRPr lang="ru-RU" sz="2600" dirty="0">
              <a:solidFill>
                <a:srgbClr val="09135A"/>
              </a:solidFill>
              <a:latin typeface="Montserrat Medium" pitchFamily="2" charset="-52"/>
            </a:endParaRP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Библиотека, специально созданная для работы с временными рядами и ML.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Упрощает работу с данными в формате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Pandas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DataFrame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прямо из потока.</a:t>
            </a:r>
          </a:p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Для чего: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Развитие моделей "на краю" (Edge AI) и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IoT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  <a:p>
            <a:pPr marL="457200" indent="-45720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Обработка телеметрии.</a:t>
            </a:r>
            <a:endParaRPr lang="en-US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025557114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Типовой рабочий процесс (</a:t>
            </a:r>
            <a:r>
              <a:rPr lang="en-US" sz="2600" dirty="0">
                <a:solidFill>
                  <a:srgbClr val="09135A"/>
                </a:solidFill>
                <a:latin typeface="Montserrat Medium" pitchFamily="2" charset="-52"/>
              </a:rPr>
              <a:t>Workflow)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375331"/>
            <a:ext cx="1454577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lnSpc>
                <a:spcPts val="5774"/>
              </a:lnSpc>
              <a:buFont typeface="+mj-lt"/>
              <a:buAutoNum type="arabicPeriod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Обучение: Data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Scientist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обучает модель в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Jupyter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Notebook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  <a:p>
            <a:pPr marL="514350" indent="-514350">
              <a:lnSpc>
                <a:spcPts val="5774"/>
              </a:lnSpc>
              <a:buFont typeface="+mj-lt"/>
              <a:buAutoNum type="arabicPeriod"/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Сериализация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: Модель сохраняется в формат ONNX или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Pickle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.</a:t>
            </a:r>
          </a:p>
          <a:p>
            <a:pPr marL="514350" indent="-514350">
              <a:lnSpc>
                <a:spcPts val="5774"/>
              </a:lnSpc>
              <a:buFont typeface="+mj-lt"/>
              <a:buAutoNum type="arabicPeriod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Сервис: Написание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Flask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/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FastAPI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сервиса, который подгружает модель.</a:t>
            </a:r>
          </a:p>
          <a:p>
            <a:pPr marL="514350" indent="-514350">
              <a:lnSpc>
                <a:spcPts val="5774"/>
              </a:lnSpc>
              <a:buFont typeface="+mj-lt"/>
              <a:buAutoNum type="arabicPeriod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Интеграция: Скрипт на Python (через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confluent-kafka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) запускается как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консьюмер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, получает данные, передает их в сервис, получает ответ и публикует его в исходящий топик.</a:t>
            </a:r>
            <a:endParaRPr lang="en-US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96286622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81622"/>
            <a:ext cx="12174583" cy="105609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466714" y="1342991"/>
            <a:ext cx="11511926" cy="7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74"/>
              </a:lnSpc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— это связующее звено между данными и алгоритмами.</a:t>
            </a:r>
            <a:endParaRPr lang="en-US" sz="2600" dirty="0">
              <a:solidFill>
                <a:srgbClr val="09135A"/>
              </a:solidFill>
              <a:latin typeface="Montserrat Medium" pitchFamily="2" charset="-5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F0517E-D376-44C5-B9BE-9E78A89BBE69}"/>
              </a:ext>
            </a:extLst>
          </p:cNvPr>
          <p:cNvSpPr/>
          <p:nvPr/>
        </p:nvSpPr>
        <p:spPr>
          <a:xfrm>
            <a:off x="1668497" y="2375331"/>
            <a:ext cx="14545774" cy="615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В современном мире AI разделяется на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Batch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(обучение) и Real-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time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(применение), и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незаменима во второй части.</a:t>
            </a:r>
          </a:p>
          <a:p>
            <a:pPr marL="514350" indent="-51435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RAG-архитектуры на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Kafka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превращают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ChatGPT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в полезного корпоративного помощника.</a:t>
            </a:r>
          </a:p>
          <a:p>
            <a:pPr marL="514350" indent="-514350">
              <a:lnSpc>
                <a:spcPts val="5774"/>
              </a:lnSpc>
              <a:buFont typeface="Arial" panose="020B0604020202020204" pitchFamily="34" charset="0"/>
              <a:buChar char="•"/>
            </a:pP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ksqlDB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и Python позволяют Data </a:t>
            </a:r>
            <a:r>
              <a:rPr lang="ru-RU" sz="2600" dirty="0" err="1">
                <a:solidFill>
                  <a:srgbClr val="09135A"/>
                </a:solidFill>
                <a:latin typeface="Montserrat Medium" pitchFamily="2" charset="-52"/>
              </a:rPr>
              <a:t>Scientist’ам</a:t>
            </a:r>
            <a:r>
              <a:rPr lang="ru-RU" sz="2600" dirty="0">
                <a:solidFill>
                  <a:srgbClr val="09135A"/>
                </a:solidFill>
                <a:latin typeface="Montserrat Medium" pitchFamily="2" charset="-52"/>
              </a:rPr>
              <a:t> внедрять ML без написания сложного инфраструктурного кода.</a:t>
            </a:r>
            <a:endParaRPr lang="en-US" dirty="0">
              <a:latin typeface="Montserrat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184581656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/>
          <p:cNvSpPr/>
          <p:nvPr/>
        </p:nvSpPr>
        <p:spPr>
          <a:xfrm>
            <a:off x="1867989" y="7235574"/>
            <a:ext cx="1749330" cy="467266"/>
          </a:xfrm>
          <a:prstGeom prst="roundRect">
            <a:avLst/>
          </a:prstGeom>
          <a:solidFill>
            <a:srgbClr val="2935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9" name="Группа 8"/>
          <p:cNvGrpSpPr/>
          <p:nvPr/>
        </p:nvGrpSpPr>
        <p:grpSpPr>
          <a:xfrm>
            <a:off x="15701554" y="8098971"/>
            <a:ext cx="2586446" cy="2188030"/>
            <a:chOff x="13463736" y="7855893"/>
            <a:chExt cx="2913312" cy="2431108"/>
          </a:xfrm>
        </p:grpSpPr>
        <p:pic>
          <p:nvPicPr>
            <p:cNvPr id="10" name="Image 6" descr="preencoded.png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3955984" y="7855893"/>
              <a:ext cx="2421064" cy="2431107"/>
            </a:xfrm>
            <a:prstGeom prst="rect">
              <a:avLst/>
            </a:prstGeom>
          </p:spPr>
        </p:pic>
        <p:pic>
          <p:nvPicPr>
            <p:cNvPr id="11" name="Image 7" descr="preencoded.png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3463736" y="9292457"/>
              <a:ext cx="1466701" cy="994544"/>
            </a:xfrm>
            <a:prstGeom prst="rect">
              <a:avLst/>
            </a:prstGeom>
          </p:spPr>
        </p:pic>
        <p:pic>
          <p:nvPicPr>
            <p:cNvPr id="12" name="Image 8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14930438" y="8709794"/>
              <a:ext cx="1084957" cy="1316013"/>
            </a:xfrm>
            <a:prstGeom prst="rect">
              <a:avLst/>
            </a:prstGeom>
          </p:spPr>
        </p:pic>
      </p:grpSp>
      <p:pic>
        <p:nvPicPr>
          <p:cNvPr id="18" name="Рисунок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572" y="7916252"/>
            <a:ext cx="2348625" cy="2133483"/>
          </a:xfrm>
          <a:prstGeom prst="rect">
            <a:avLst/>
          </a:prstGeom>
        </p:spPr>
      </p:pic>
      <p:sp>
        <p:nvSpPr>
          <p:cNvPr id="19" name="Text 1"/>
          <p:cNvSpPr/>
          <p:nvPr/>
        </p:nvSpPr>
        <p:spPr>
          <a:xfrm>
            <a:off x="527057" y="4436254"/>
            <a:ext cx="7274610" cy="619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3600" dirty="0">
                <a:solidFill>
                  <a:srgbClr val="000000"/>
                </a:solidFill>
                <a:latin typeface="Montserrat Regular" pitchFamily="2" charset="-52"/>
                <a:cs typeface="Calibri Light" panose="020F0302020204030204" pitchFamily="34" charset="0"/>
              </a:rPr>
              <a:t>И будем ждать новых встреч!</a:t>
            </a:r>
            <a:endParaRPr lang="en-US" sz="3600" dirty="0">
              <a:latin typeface="Montserrat Regular" pitchFamily="2" charset="-52"/>
              <a:cs typeface="Calibri Light" panose="020F0302020204030204" pitchFamily="34" charset="0"/>
            </a:endParaRPr>
          </a:p>
        </p:txBody>
      </p:sp>
      <p:sp>
        <p:nvSpPr>
          <p:cNvPr id="20" name="Text 1"/>
          <p:cNvSpPr/>
          <p:nvPr/>
        </p:nvSpPr>
        <p:spPr>
          <a:xfrm>
            <a:off x="2012448" y="7288418"/>
            <a:ext cx="1604871" cy="467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400" dirty="0">
                <a:solidFill>
                  <a:schemeClr val="bg1"/>
                </a:solidFill>
                <a:latin typeface="Montserrat Regular" pitchFamily="2" charset="-52"/>
              </a:rPr>
              <a:t>Наш сайт</a:t>
            </a:r>
            <a:endParaRPr lang="en-US" sz="2400" dirty="0">
              <a:solidFill>
                <a:schemeClr val="bg1"/>
              </a:solidFill>
              <a:latin typeface="Montserrat Regular" pitchFamily="2" charset="-52"/>
            </a:endParaRPr>
          </a:p>
        </p:txBody>
      </p:sp>
      <p:sp>
        <p:nvSpPr>
          <p:cNvPr id="8" name="Text 1"/>
          <p:cNvSpPr/>
          <p:nvPr/>
        </p:nvSpPr>
        <p:spPr>
          <a:xfrm>
            <a:off x="536978" y="2105132"/>
            <a:ext cx="10736266" cy="865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3600" dirty="0">
              <a:latin typeface="+mj-lt"/>
            </a:endParaRPr>
          </a:p>
        </p:txBody>
      </p:sp>
      <p:sp>
        <p:nvSpPr>
          <p:cNvPr id="22" name="Text 1"/>
          <p:cNvSpPr/>
          <p:nvPr/>
        </p:nvSpPr>
        <p:spPr>
          <a:xfrm>
            <a:off x="527057" y="3144208"/>
            <a:ext cx="11874137" cy="184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3600" dirty="0">
                <a:solidFill>
                  <a:srgbClr val="000000"/>
                </a:solidFill>
                <a:latin typeface="Montserrat Regular" pitchFamily="2" charset="-52"/>
                <a:cs typeface="Calibri Light" panose="020F0302020204030204" pitchFamily="34" charset="0"/>
              </a:rPr>
              <a:t>Желаем успешно применить полученные знания на практике!</a:t>
            </a:r>
            <a:endParaRPr lang="en-US" sz="3600" dirty="0">
              <a:latin typeface="Montserrat Regular" pitchFamily="2" charset="-52"/>
              <a:cs typeface="Calibri Light" panose="020F0302020204030204" pitchFamily="34" charset="0"/>
            </a:endParaRPr>
          </a:p>
        </p:txBody>
      </p:sp>
      <p:grpSp>
        <p:nvGrpSpPr>
          <p:cNvPr id="23" name="Группа 22"/>
          <p:cNvGrpSpPr/>
          <p:nvPr/>
        </p:nvGrpSpPr>
        <p:grpSpPr>
          <a:xfrm>
            <a:off x="0" y="1055601"/>
            <a:ext cx="16615954" cy="1378827"/>
            <a:chOff x="1910954" y="991195"/>
            <a:chExt cx="15201900" cy="1378827"/>
          </a:xfrm>
        </p:grpSpPr>
        <p:pic>
          <p:nvPicPr>
            <p:cNvPr id="24" name="Image 5" descr="preencoded.png"/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1910954" y="991195"/>
              <a:ext cx="14782800" cy="1378827"/>
            </a:xfrm>
            <a:prstGeom prst="rect">
              <a:avLst/>
            </a:prstGeom>
          </p:spPr>
        </p:pic>
        <p:sp>
          <p:nvSpPr>
            <p:cNvPr id="25" name="Text 0"/>
            <p:cNvSpPr/>
            <p:nvPr/>
          </p:nvSpPr>
          <p:spPr>
            <a:xfrm>
              <a:off x="2393157" y="1273751"/>
              <a:ext cx="14719697" cy="7333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5774"/>
                </a:lnSpc>
              </a:pPr>
              <a:r>
                <a:rPr lang="ru-RU" sz="3600" dirty="0">
                  <a:solidFill>
                    <a:srgbClr val="FBFBFB"/>
                  </a:solidFill>
                  <a:latin typeface="Montserrat SemiBold" pitchFamily="2" charset="-52"/>
                  <a:ea typeface="Montserrat Medium" pitchFamily="34" charset="-122"/>
                  <a:cs typeface="Montserrat Medium" pitchFamily="34" charset="-120"/>
                </a:rPr>
                <a:t>Спасибо, что выбрали обучение в УЦ </a:t>
              </a:r>
              <a:r>
                <a:rPr lang="ru-RU" sz="3600" dirty="0" err="1">
                  <a:solidFill>
                    <a:srgbClr val="FBFBFB"/>
                  </a:solidFill>
                  <a:latin typeface="Montserrat SemiBold" pitchFamily="2" charset="-52"/>
                  <a:ea typeface="Montserrat Medium" pitchFamily="34" charset="-122"/>
                  <a:cs typeface="Montserrat Medium" pitchFamily="34" charset="-120"/>
                </a:rPr>
                <a:t>АйТи</a:t>
              </a:r>
              <a:r>
                <a:rPr lang="ru-RU" sz="3600" dirty="0">
                  <a:solidFill>
                    <a:srgbClr val="FBFBFB"/>
                  </a:solidFill>
                  <a:latin typeface="Montserrat SemiBold" pitchFamily="2" charset="-52"/>
                  <a:ea typeface="Montserrat Medium" pitchFamily="34" charset="-122"/>
                  <a:cs typeface="Montserrat Medium" pitchFamily="34" charset="-120"/>
                </a:rPr>
                <a:t> Клауд!</a:t>
              </a:r>
            </a:p>
          </p:txBody>
        </p:sp>
      </p:grpSp>
      <p:sp>
        <p:nvSpPr>
          <p:cNvPr id="21" name="Text 1"/>
          <p:cNvSpPr/>
          <p:nvPr/>
        </p:nvSpPr>
        <p:spPr>
          <a:xfrm>
            <a:off x="707255" y="6118891"/>
            <a:ext cx="4962026" cy="629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2400" dirty="0">
              <a:latin typeface="Montserrat Regular" pitchFamily="2" charset="-52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463" y="6947601"/>
            <a:ext cx="808083" cy="80808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2717" y="7004227"/>
            <a:ext cx="698613" cy="69861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23142" y="7922245"/>
            <a:ext cx="2133473" cy="2076327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93818" y="8026616"/>
            <a:ext cx="2155371" cy="2025306"/>
          </a:xfrm>
          <a:prstGeom prst="rect">
            <a:avLst/>
          </a:prstGeom>
        </p:spPr>
      </p:pic>
      <p:sp>
        <p:nvSpPr>
          <p:cNvPr id="27" name="Text 1"/>
          <p:cNvSpPr/>
          <p:nvPr/>
        </p:nvSpPr>
        <p:spPr>
          <a:xfrm>
            <a:off x="536978" y="5579097"/>
            <a:ext cx="7274610" cy="619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3600" dirty="0">
                <a:latin typeface="Montserrat Regular" pitchFamily="2" charset="-52"/>
                <a:cs typeface="Calibri Light" panose="020F0302020204030204" pitchFamily="34" charset="0"/>
              </a:rPr>
              <a:t>Связаться с преподавателем</a:t>
            </a:r>
            <a:endParaRPr lang="en-US" sz="3600" dirty="0">
              <a:latin typeface="Montserrat Regular" pitchFamily="2" charset="-52"/>
              <a:cs typeface="Calibri Light" panose="020F0302020204030204" pitchFamily="34" charset="0"/>
            </a:endParaRPr>
          </a:p>
        </p:txBody>
      </p:sp>
      <p:cxnSp>
        <p:nvCxnSpPr>
          <p:cNvPr id="28" name="Прямая соединительная линия 27"/>
          <p:cNvCxnSpPr/>
          <p:nvPr/>
        </p:nvCxnSpPr>
        <p:spPr>
          <a:xfrm flipV="1">
            <a:off x="7811588" y="5992590"/>
            <a:ext cx="3971109" cy="1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2444</TotalTime>
  <Words>7603</Words>
  <Application>Microsoft Office PowerPoint</Application>
  <PresentationFormat>Произвольный</PresentationFormat>
  <Paragraphs>1306</Paragraphs>
  <Slides>173</Slides>
  <Notes>172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173</vt:i4>
      </vt:variant>
    </vt:vector>
  </HeadingPairs>
  <TitlesOfParts>
    <vt:vector size="181" baseType="lpstr">
      <vt:lpstr>Arial</vt:lpstr>
      <vt:lpstr>Calibri</vt:lpstr>
      <vt:lpstr>Calibri Light</vt:lpstr>
      <vt:lpstr>Montserrat Medium</vt:lpstr>
      <vt:lpstr>Montserrat Regular</vt:lpstr>
      <vt:lpstr>Montserrat SemiBold</vt:lpstr>
      <vt:lpstr>quote-cjk-patch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Иван Климарев</cp:lastModifiedBy>
  <cp:revision>48</cp:revision>
  <dcterms:created xsi:type="dcterms:W3CDTF">2023-06-15T12:18:36Z</dcterms:created>
  <dcterms:modified xsi:type="dcterms:W3CDTF">2026-04-22T07:11:24Z</dcterms:modified>
</cp:coreProperties>
</file>